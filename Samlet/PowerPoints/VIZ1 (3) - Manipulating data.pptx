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80" r:id="rId22"/>
    <p:sldId id="284" r:id="rId23"/>
    <p:sldId id="286" r:id="rId24"/>
    <p:sldId id="287" r:id="rId25"/>
    <p:sldId id="288" r:id="rId26"/>
    <p:sldId id="289" r:id="rId27"/>
    <p:sldId id="290" r:id="rId28"/>
  </p:sldIdLst>
  <p:sldSz cx="12192000" cy="6858000"/>
  <p:notesSz cx="6858000" cy="9144000"/>
  <p:defaultTextStyle>
    <a:defPPr>
      <a:defRPr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937" units="cm"/>
          <inkml:channel name="Y" type="integer" max="1740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2632" units="1/cm"/>
          <inkml:channelProperty channel="Y" name="resolution" value="1000.1149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9-14T06:26:53.6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19191 11522 163 0,'-6'3'76'0,"-4"4"-35"15,-1 5-14-15,1 1-19 16,3 1-4-16,-2-2-2 15,2-1 0-15,-1-2 15 16,-5-2 14-16,2 0 32 16,1-4 14-16,-1-3 13 15,5-2-4-15,-3 1-17 16,-3-1-8-16,1 4-21 16,3 3-7-16,-4 4-11 15,6 13-5-15,-5 4-5 16,-3 4 0-16,2 19 4 0,-7-2-1 15,-1 15 12-15,-1 3 4 16,-3 3 16-16,-1 8 6 16,-1-1-1-16,0 3-4 15,0-11-24-15,0-13-9 16,0-8-10-16,3-11-5 16,-3-2 0-16,6-4-6 15,-1-5-31-15,0-4-27 16,9-7-76-16,2-5-52 15</inkml:trace>
  <inkml:trace contextRef="#ctx0" brushRef="#br0" timeOffset="1425.76">19833 11968 294 0,'1'0'145'15,"0"0"-51"-15,-2 0-18 16,-1 0-33-16,-2 0-13 15,3-1-19-15,0 0-5 16,0 0-6-16,-4 0 0 16,-10-2 0-16,-27-3 2 0,25 6 10 15,4 0 6 1,2 1 4-16,-1 3 1 16,-4-1-9-16,-3 1-5 0,-11 3-1 15,9 1-1-15,-2 4-1 16,-3 3 2-16,8 3-2 15,-7 5 1-15,3-1 1 16,-1 0 2-16,4 1 2 16,2 0-4-16,2 8-2 15,2 2-4-15,2 11-2 16,-1-5 0-16,0 5 0 16,1-2 1-16,2-1 3 15,3 3 3-15,4-4 8 16,2-4 2-16,4-6 1 0,3-7-4 15,3-11-7-15,2-4-3 16,3-15-2-16,1-6 1 16,8-11 4-16,3-9 6 15,7-6 3-15,2-3 7 16,-1-2 6-16,-5 0-2 16,3 3-1-1,-3 1-5-15,-4 0-13 0,-1 2-4 16,-7 3-1-16,-1 3-1 15,-2 10-2-15,-5-2 4 0,-4 10-4 16,-4 4 0-16,-6 4 1 16,-2 10-5-16,-1 12 1 15,-2 9-3-15,2 23 2 16,1 11 4-16,-1 9 0 16,2 1 2-16,5-4 0 15,2-6-2-15,4-8 2 16,3-4 4-16,3-15 8 15,1-9 1-15,6-15-1 16,2-7-5-16,2-12-8 16,1-7-2-16,0-12-69 0,2-10-51 15,5-7-144-15</inkml:trace>
  <inkml:trace contextRef="#ctx0" brushRef="#br0" timeOffset="2106.98">20370 12034 612 0,'-4'11'250'15,"-3"9"-155"-15,3-4-65 0,-2-3-25 0,1 1-50 16,-1-1-11-16,-3 0-7 15,-1 4 10-15,1 5 39 16,1 8 16-16,5 7 23 16,3 3 6-16,1 3 0 15,3 0-5-15,5-4-7 16,2-1 2 0,2-10 15-16,2-7 6 0,1-12 18 15,0-9 3-15,0-12 7 16,-2-8-2-16,-2-20-17 15,1-10-12-15,0-18-21 16,0-9-7-16,-4-3-9 16,-1 5 0-16,4 11-2 15,1 12 0-15,7 18 2 16,6 9-1-16,-6 16 1 16,5 9-2-16,-8 10-10 0,-5 6-35 15,-5 7-141-15,-7 4-94 16</inkml:trace>
  <inkml:trace contextRef="#ctx0" brushRef="#br0" timeOffset="2769.47">20886 12035 235 0,'-7'12'162'0,"0"16"26"0,1-2-67 0,7 1-58 16,4-1-19-16,2-4-33 16,4 2-7-16,0-7-2 15,-2-7 7-15,6-7 16 16,-2-6 7-16,-1-14 21 16,12 3 3-16,-9-19 3 15,4-5-3-15,1-4-14 16,-2-5-12-16,1 7-15 15,-12-1-5-15,-1 8-9 16,-8 2 0-16,-2 10-8 16,-1 7-3-16,-7 10-8 15,-1 10 1-15,-3 15 5 16,2 10 0-16,-3 21 7 16,3 9-5-16,0 20-3 15,-2 2 1-15,10-5 10 0,-3-11 13 16,11-21 18-1,6-13-1-15,3-15-7 0,6-4-13 16,1-15-67-16,5-5-52 16,8-16-145-16</inkml:trace>
  <inkml:trace contextRef="#ctx0" brushRef="#br0" timeOffset="3440.89">21520 11959 312 0,'2'-3'178'0,"11"-1"-26"0,-7 2-78 16,1 2-21 0,2 0-30-16,-6 2-11 0,3 3-9 15,-6 1-2 1,-2 8 11-16,2 5 7 0,0 9 17 16,0 6 8-16,0 20 3 15,-3 1-3-15,-6 8-5 16,6 3-5-16,-1-13-10 15,-2 0 0-15,-8-15 11 16,-2-7 11-16,2-14 11 16,4-8 0-16,11-13-19 15,0-12-15-15,-1-20-15 16,3-11-5-16,12-22-2 16,5-12 1-16,12-9-2 0,-2 7 0 15,2 12-1-15,4 16-1 16,7 25-1-16,10 6 0 15,10 18 2-15,5 5-2 16,4 8 1-16,-5 5-12 16,-11 2-65-16,-7 2-44 15,-12-3-94-15,0 0-56 16</inkml:trace>
  <inkml:trace contextRef="#ctx0" brushRef="#br0" timeOffset="4311.64">22705 12044 572 0,'1'-2'264'0,"3"-3"-126"0,-2 0-34 0,-3-1-56 16,-4 1-25-16,-8 1-16 16,-3 0-2-16,-7 4-1 15,-4 2 2-15,-2 7 4 16,-3 1 4-16,-3 6 7 15,2 7 3-15,-2 9-2 16,3 4-5-16,1 7-6 0,0-1-4 16,6 0-6-16,1 0 0 15,6-4 0-15,2 2-1 16,5-6 1-16,3-6 2 16,6-9 0-16,4-6 2 15,10-13 2-15,5-5 0 0,6-10-2 16,6-4-1-16,0-4-2 15,5 0 0-15,0-2 0 16,-3-1-1-16,5-4 0 16,-5-3 0-16,-1-8 5 15,-3 2 0-15,-5-4 2 16,-2 6-1-16,-4 14-2 16,-1 6 3-16,-6 20-1 15,-4 4 0-15,-4 24-4 16,-5 6-3-16,-2 22-1 15,-2 9-2-15,2 8 2 16,0 2-1-16,4-2-25 16,1-3-23-16,4-17-36 15,1-14-2-15,6-32 19 16,2-19 10-16,5-25-7 0,4-11-49 16</inkml:trace>
  <inkml:trace contextRef="#ctx0" brushRef="#br0" timeOffset="5318.29">23434 12204 472 0,'2'5'214'0,"-3"7"-104"0,-1-1-29 15,1-5-41-15,-3-2-18 0,-2-4-15 0,1 0 1 0,-5 0 27 16,-4-2 15-16,6 3 26 16,-10-2 4-16,-2-5-16 15,4 6-13-15,-6 4-24 16,4 2-8-16,-3 5-13 16,-2-1-1-16,0 6-4 15,2 3 0-15,0 6-1 16,3 3-1-16,2 1 1 15,3 6-1-15,1 4-2 16,2 4-2-16,2-1 1 16,-2-4 2-16,3-8 2 15,5-13-2-15,5-8 0 0,7-9 1 16,9-15 4 0,3-8 6-16,8-18 5 0,2-6-3 15,5-8-3-15,2 2-4 16,-4-2-4-16,5 8 1 15,-11 10 0-15,-6 4 0 16,-7 23 0-16,-5 9 0 16,1 21 1-16,6 14 1 15,-3 15 3-15,-2 5 3 16,1 8-2-16,-6 5-1 0,-4 4-5 16,-4 1 0-16,-4-3-2 15,-2-5 0-15,0-12-6 16,5-4 0-16,-4-8-1 15,2-4-1-15,3-2 6 16,-5-3-8-16,-2 1-9 16,-7-2-7-16,-5-1-8 15,0 0 4-15,-16-7 12 16,2-5 8-16,-13-6 13 16,-2-3 2-16,4-6 3 15,1-3 4-15,5-8 6 16,4-2 2-16,1-7-2 15,6 1-5-15,-3-5-9 16,4-6-2-16,14 6-1 16,5-5-2-16,12-2 1 0,9 0-1 15,8-12 2-15,1-3 0 16,11-13-32-16,-2-4-52 16,6-12-167-16</inkml:trace>
  <inkml:trace contextRef="#ctx0" brushRef="#br0" timeOffset="5858.3">23744 12227 650 0,'16'8'303'0,"8"2"-141"15,13 1-79-15,-1-7-25 16,-2-3-38-16,4-1-7 0,-7-12-10 16,1 0 0-16,-2-14 9 15,-4 6 9-15,-3-8 23 16,-3 0 10 0,-7 1 0-16,-5-3-10 0,-7 2-20 15,-3 4-10-15,-7 8-12 16,0 2-6-16,-4 12-8 15,-2 5-5-15,-1 15-2 16,-1 10 5-16,-1 18 6 16,1 5 0-16,-2 12 4 15,8 0 3-15,0-6 1 16,5-3 0-16,4-15-12 16,3-7-15-16,9-10-57 15,-2-8-55-15,11-10-151 16</inkml:trace>
  <inkml:trace contextRef="#ctx0" brushRef="#br0" timeOffset="6322.2">24653 12043 760 0,'-3'6'325'0,"-1"6"-167"0,-1-4-105 0,-5-4-108 15,-7 1-42-15,-11 7-49 16,-6 5-8-16,-8 11 54 15,1 5 54-15,1 3 114 16,9 2 43-16,12-5 41 16,2-8-8-16,13-6-60 15,3-7-30-15,6-1-40 16,9-3-12-16,8 0-18 0,6-4-15 16,8-1-22-1,7 0-8-15,2-2 8 0,-5-1 15 16,-4 1 24-1,-4 1 16-15,-10 1 33 0,-2 0 11 16,-18 2 19-16,-11-1 2 16,-18 2-19-16,-8 2-9 15,-16-4-15-15,-1-2-9 16,-1-5-31-16,-1-4-37 0,6 0-110 16,-2-2-79-16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937" units="cm"/>
          <inkml:channel name="Y" type="integer" max="1740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2632" units="1/cm"/>
          <inkml:channelProperty channel="Y" name="resolution" value="1000.1149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9-14T06:29:05.9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31590 8278 125 0,'-5'-4'51'0,"-10"-12"-21"15,6-1-30-15,-2 0-4 16,-3-1 5-16,-7 0 13 0,-2 3 9 15,-5 3 15 1,-5 3 4-16,3 8-9 0,-6-1-8 16,3 4-15-1,-2 3-5-15,1-2-5 0,-1-2 0 16,-6-1 0-16,-2 1 2 16,-3 2 6-16,-7 1 9 15,0 2 20-15,3 2 9 0,-2-1 3 16,6 8-6-16,-2-2-20 15,1-3-9-15,-1 0-7 16,3-1-3-16,-8-2-4 16,0 2-1-16,-2-1-4 15</inkml:trace>
  <inkml:trace contextRef="#ctx0" brushRef="#br0" timeOffset="67.08">30286 8301 425 0,'-27'2'161'16,"6"-2"-105"-16,-29 1-52 15,3-3-3-15,-5-3 0 16,-2-2 1-16</inkml:trace>
  <inkml:trace contextRef="#ctx0" brushRef="#br0" timeOffset="3865.18">29824 8275 432 0,'-21'1'163'0,"-8"2"-112"16,-25 1-52-16,-1 3-6 15,-2-2-6-15,1 1-2 16,6-3 0-16,0-3-3 16,5 3 3-16,0-7 2 0,2 4 0 15,-3-7 9-15,-2-1 4 16,-2 3 8-16,-7-5 6 15,0-2 2-15,0 1 2 0,4-1-9 16,5-3-3 0,1 4-4-16,0 2-2 0,-5-6-4 15,-4 6-2-15,-6-1-1 16,1 1 2-16,2 3 5 16,3 2 1-16,4 4 2 15,0 0 0-15,-4 2 2 16,-2-2 4-1,-7 0 8-15,0-2 0 0,5-1-1 16,4-1-4-16,9-3-6 16,1 0-3-16,-4-3-6 15,4 1-1-15,-8 3-2 16,-1 1 0-16,0 5 3 16,-8 0 0-16,6 5 1 15,-2 1-3-15,1 1 0 16,0 4 0-16,-10 0 3 0,-2 1 5 15,-2-2 8-15,1-1 6 16,10 0 1-16,1-3 3 16,2 3 6-16,-5 0 1 15,-8 2 3-15,1-4-5 16,-4 3-15-16,6 5-5 16,2-1-5-16,0 5-1 0,-7 1 1 15,-6-8-1-15,1-1 0 16,1-1 1-1,7-8-5-15,2-1 0 0,4-1 0 16,-8-4-1 0,-1-4 8-16,1-5 5 0,0-1 9 15,9 6 5-15,2 0 5 16,0 2-4-16,-8 6-9 16,-3 0-5-16,-4 6-10 15,-1 3 0-15,4 1 0 16,6 1 0-16,-8 2 0 15,-4 1 1-15,2-1 2 16,-3-3-1-16,14-8 1 16,3 0-1-16,-1-8-1 15,2 2-1-15,-8-3-1 0,1-1 0 16,3 2 2-16,-4-2 0 16,10 1 0-16,-2 3 2 15,-5 0 0 1,-3-5-1-16,-5 1-1 0,9-4 0 15,4 4-4-15,2-3 3 16,5-4-2-16,-5 0 3 16,0-5 2-16,1 2 0 15,0 0 2-15,-3 1 2 16,3 3 1-16,2 3-1 0,2 4 0 16,-2 4-4-16,-3 2-2 15,-5 1 0-15,-1-1 0 16,3-2 0-16,4 2 0 15,4-2 0-15,0 2 7 16,-2-1 2-16,3 1 11 16,-10 1 4-16,0 5 3 15,2 2-1-15,-6 7-12 16,10 2-5-16,-6 4-8 16,-2 4-1-16,-6 1 2 15,-2 2-1-15,3-7 2 0,1 0 0 16,11-5-3-1,6-7 0-15,-6-2 0 16,2-10 0-16,-7-6 9 16,0-1 6-16,8-2 14 15,-2 1 4-15,4-5 1 0,1 4-1 16,-5-1-8-16,-3 0-3 16,-6 7-7-16,-2-5-1 15,4 1-8-15,1 0 2 16,6-1-3-16,2-2-2 0,2-1-1 15,-10 1-2-15,-5-1-1 16,-2-1 1-16,-2 6 1 16,8 3 1-16,-1 2-1 15,5 3-2-15,-10 2-1 16,-3 1 2-16,3 3-1 16,-2 0 1-16,5-3 1 15,5-1-4-15,1 1-12 16,-4 1-4-16,-4 3-6 15,-4 1 3-15,1 2 8 16,6 1 6-16,7-3 5 16,2 1 1-16,0-3 2 15,1-1 0-15,-3-1 2 0,1-1-1 16,5-4 1 0,1 2-2-16,9-2-2 0,1 0 2 15,6-3-2-15,-2 0 2 16,-4-3 1-16,0-1-1 15,-10 0 2-15,1-2 1 16,6 2 5-16,-1 1 7 16,7 2 2-16,2 3 2 0,-1 1-7 15,-2 3-4-15,-3 3-3 16,-1 0-4-16,-6 1 2 16,-4 3-3-16,1 2 2 15,1-1 0-15,3 1-2 16,5 0 1-1,-1 0-2-15,-2-1 0 0,-1-1 2 16,-4 0 0-16,-5-3-1 16,-2 0 2-16,0 1-4 15,4-2 2-15,6 1 0 16,4 1 0-16,-4-2 2 16,5 2 0-16,-10-1-2 15,-1 0 0-15,8 2 0 16,-4-5 1-16,17-3-1 15,3-3 2-15,2-7 0 0,4 3 0 16,3-1 1-16,0 1-3 16,7 1 2-16,-1 0-1 15,3 2 1-15,4 4-1 16,0 2-1-16,6 1-4 16,4 9-1-16,1 4 3 15,6 8 1-15,-1 0 2 0,3 5 1 16,-5 2 2-1,4 3 0-15,4 7-1 0,-1-3 1 16,5 2-3 0,-5-1-2-16,0-1-1 0,1 2 2 15,2-2 1 1,1 4 5-16,-3 3 4 0,-1 4 6 16,-3 2-1-16,-3 0 5 15,-2 0-4-15,1-2-3 16,-1-6 0-16,0 2-5 15,-1-5 3-15,-1-4-4 16,-1 0 4-16,0-4 0 16,0-3 2-16,0-5 8 15,0-5 0-15,0-3 3 16,0-3-1-16,-1-7-10 0,1 0-2 16,1-1-8-16,3-5-1 15,4-1 0-15,-8 2-1 16,0 0 2-16,22-14-2 15,31-36 0 1,-20 30 1-16,4 1 0 0,-1 1 0 16,10 6-2-16,-7 1 1 15,2 6-1-15,1 3 0 0,-2 4 1 16,3 4 1 0,7 2 0-16,3 4 0 15,2 6-1-15,1 2-1 0,2 4-2 16,-3 2 1-16,-2 2 1 15,-3-3 0-15,0 7 3 16,3 0-1-16,13 3-3 16,1 5 1-16,1-10-2 15,2 2 2-15,-7-7 0 16,1-7-1-16,10-1 1 16,3-5-1-16,4-7 1 15,-2-1 2-15,-5-3-2 16,-9 0 0-16,2 1 2 15,10 0-2-15,1-1 1 16,11-1-1-16,-5-3-2 0,-5-4-1 16,10-3-7-1,2 3-5-15,8-8 1 0,3 0 0 16,-4-1 6 0,1-1 8-16,4-2 0 0,1 5 0 15,-1-1 1-15,-7-4-1 16,5 5-2-16,-1-1 3 15,-1 2-1-15,0 5 3 0,-15 4 1 16,2-2-3-16,2 7 0 16,-1 3 0-16,-3 4-1 15,-6 3 1-15,-5 2-1 16,5-4 1-16,2 0-3 16,4-1 3-16,-4-6-1 15,-7 1 0-15,3-2 0 16,-3-1 0-16,6-1 3 15,1-2-2-15,-5 4 1 16,-3 0-3-16,-7 3-1 16,3 3 2-16,7 5-2 15,4 4 2-15,4-2-1 16,-5-3-3-16,-4-4-2 16,-4-4 2-16,9-4 1 15,3 1 3-15,3-7 0 16,-3-2 3-16,-5 3 0 0,-5-2 1 15,7 0-2-15,-4 3 1 16,1 3-2-16,1 2-1 16,-13 9 0-16,4 0 0 15,1 5 0-15,3-1 0 0,3 0-1 16,-2 3-2-16,-2 0 1 16,-4-1 2-16,0-8-1 15,5-4 2 1,6-6 0-16,7-4-1 0,5-6 0 15,-4-3 0-15,2-3 0 16,-2-3 0-16,2 1 2 16,2 3-3-16,-8 3 1 15,-3 2 0-15,-5 4 0 16,4-2 1-16,4 4-1 16,-9-2 0-16,0 4-2 15,-10 0 2-15,-2 1 2 16,7 2-2-16,-1 3 2 15,2 0-2-15,-1 3 0 16,-4 4 1-16,-4 8-1 0,-5 0 0 16,-3 9 1-1,-2 0-1-15,10 2-1 0,2 5 0 16,6-1-1-16,3-2 2 16,-7-5 0-16,1-8-1 15,5-6 1-15,1-4-1 16,8-7 0-16,0-1 2 0,-3 3 0 31,-4 1 0-31,-5-3 1 0,2 0-2 16,0-1 1-16,1-2-1 15,-4 5 0-15,-2 2 0 16,-12-2-2-16,3-2 2 16,-4-1 0-16,1-5-3 0,6 3 1 15,-5-7-1-15,4 0-2 16,-5 3 4-16,-10-3 3 15,0 3-2-15,-7 3 0 16,2 1 2-16,1 5-3 16,-2 6 2-16,10 1 1 15,4 2-2-15,6-2-6 16,-3-6-3-16,3 4-5 16,-2-4 3-16,0-1 5 15,4 7 2-15,1 0 3 0,7 0 1 16,3 4 3-1,4 2-3-15,-5 3 3 16,-6 2-3-16,1 1-3 0,-1-3 3 16,7-2 1-1,8 0 0-15,-3-7-1 0,-1-3 0 16,-5-7-3-16,-8-3 2 16,6-7 2-16,-3-3 1 15,3-2-1-15,0-1-1 16,-3 4 1-16,-4-2 0 0,-8-1-1 15,-2 1 0-15,-10 2 0 16,1 5-2-16,1 4-2 16,1-4-4-16,4 2-9 15,-1-11-6-15,-1 5-2 16,-1 1 4-16,-4-9 9 16,-1 8 6-16,-4-2 6 15,0-1 1-15,1 9-1 16,-1 4 3-16,4 4-3 15,-1 3 0-15,6 8-2 16,-2 5 2-16,4 8 0 16,2 3-2-16,-5 7 4 15,4 0-1-15,-4-2 0 16,1-2 0-16,1-3-1 16,5-1-1-16,-1-2-1 0,4-3 5 15,-1-10 1-15,-2-7 7 16,2-6 9-16,-7-6-1 15,-3-8-1-15,-5-1-3 16,-6-7-12-16,-2-5 1 0,-4-7-8 16,-4-7-1-16,-7-15 1 15,0-3 1-15,-2-19 18 16,1-10 14-16,0-21 23 16,2-11 8-16,-2-6 3 15,3-4-9 1,-8 16-19-16,-1 9-6 0,-3 16-20 15,-8 13-5-15,-6 16-34 16,-11 11-35-16,-23 8-111 16,-8 2-158-16</inkml:trace>
  <inkml:trace contextRef="#ctx0" brushRef="#br0" timeOffset="8362.85">17013 10435 362 0,'-6'-2'229'0,"-1"-1"8"0,2 1-151 0,3 1-12 0,3 1-46 16,1-1-17-16,-2 0-9 15,0 0-1-15,6-1 17 16,13-4 10-16,36-7 19 16,-20 7 6-16,10 5-1 15,1 1-2-15,3 0-2 16,-3-2-2-16,-6 0-5 15,1-1-6-15,-2-1-10 16,3 2-4-16,9 0-5 0,1 1-1 16,8 1-2-16,0 4 1 15,-5 3-4-15,0-1 1 16,-8 3-2-16,0-3-2 16,0-1 2-16,0 2-1 15,10-4 1-15,-1-2-2 16,8-1-1-16,-4-2 1 15,-10-2-2-15,-1-1 1 16,-10 0-3-16,1 0-1 16,0 2 2-16,-1 2-3 0,7 1 1 15,-1-2 0 1,8 4-1-16,-3 1 3 16,-4-1 5-16,1 2 2 0,-7-4 2 15,2 0-2-15,4 0 0 16,2 0-3-16,11-5-2 15,3 1 2-15,-1-5 1 16,-4 0 0-16,-10 8-1 16,-3 1-1-16,-7 3-2 15,3 3-1-15,-1 0-1 16,0 2-2-16,6 7-1 16,8-3-1-16,-3 0 0 15,5-3 1-15,-9-4 0 16,-5 1 0-16,4-4 2 0,-4-1 0 15,8-1-2 1,2-1 1-16,7 1 1 0,4 0-1 16,3 1 0-1,-3 2 2-15,-8 2-2 16,0 4-3-16,-6 1 2 0,4 1 1 16,11 1-1-16,0-2 0 15,7-4 0-15,2 2 1 0,-8-7 0 16,2-1 1-1,6-1 0-15,1-3-2 0,8 2 0 16,3 0-1-16,-5 4 1 16,-5 2 0-16,-3 0 6 15,4 3-1-15,6-3 2 16,1-1-2-16,-4 0 0 16,-8-3 1-16,-1 0 0 15,2-4 3-15,8 1 1 16,-4-1 3-16,-5-1 2 15,-9 2-2-15,-9 0 3 16,-2 1-3-16,-2-1 1 16,6 0-1-16,-2 3-6 15,6 0-4-15,-2-1-2 16,-3 0 1-16,-4 0-2 16,-4 1 5-16,-3-2-5 15,2 2 0-15,4-3 0 0,2-1-4 16,7 1 6-16,11 0-2 15,-6-2 1-15,0 4 1 16,-5-2-2-16,-7-1 1 16,11 1 0-16,2-1 2 0,12-2-1 15,3 1-2-15,-2-3 0 16,-1-2 0-16,-5 0 0 16,-2 1-3-16,5 2 3 15,5 5 0-15,0 2 1 16,-7 1 4-16,-8 1-6 15,-1-2-3-15,8 0 2 16,1 0 0-16,6-1 2 16,-1-1-1-16,-10-2 2 15,-1-1 0-15,-3 5 0 16,0 0 0-16,5 5-1 16,0-2-1-16,1 1 2 15,-6-1 4-15,-6 2-5 16,0-2 0-16,3-1 0 15,4-3 0-15,7-10 0 0,2-3 2 16,-3-9-2-16,-1-4-3 16,-6-5 7-16,-3-1 0 15,-1 4 0-15,1-4 3 16,3 11-5-16,0-1-3 16,-3 2 4-16,-2 9-3 15,1 1 1-15,0 4 1 16,13 2-3-16,3 1 1 0,6-3-1 15,1 0-4-15,-9 0 2 16,0-1 0 0,2 2 2-16,2-3 0 15,2 2-1-15,0 3-2 0,-10 2 5 16,0 2-1 0,-4 3 2-16,4 2-2 0,5 1-11 15,-1 0 2-15,0 3-6 16,-3 1-2-16,-7-2 2 15,-1-2-2-15,0 1 3 16,1-5 5-16,2 1 6 16,0 2 3-16,-10-1 2 15,-5 5 2-15,-6-3 0 0,-5 6 0 16,3 3 0-16,-2 0 4 16,4 3-4-16,-5-2-2 15,3 0 0-15,0 2-2 16,-2 1 1-16,2-4-1 15,-5 2 2-15,-4-2-1 16,-3-3 0-16,0 0 3 16,2-2-4-16,1-1 0 15,3 2-1-15,1 1-2 16,10-1 3-16,-1-1 1 16,4-5 6-16,-2-1-1 15,-4-3 3-15,-1 0-3 0,-5 0-4 16,2 1 0-16,-2 2 2 15,1 1 0-15,7 3-1 16,2-2-1-16,1 2-2 16,5 0-3-16,3-5 6 15,2 0 2-15,3-4 0 16,3-3 4-16,0-6-3 16,1-2 2-16,8-1 4 15,-6 1-2-15,-5 0 0 16,1 2-4-16,-9 2 0 0,6 5 1 15,1 3-3 1,-6-1 3-16,3 1-4 16,-7 1-3-16,-1-1 7 15,4-1-4-15,-5 1 6 16,3-5-1-16,0 1-2 16,1-4-2-16,3 1-1 0,0-2 3 15,-7 1-2-15,4 5-1 16,-4-2-1-16,-2 2 0 15,-1 2 0-15,-3 1 2 16,-2 1-2-16,3 0-2 0,0 2-2 16,3-3 2-16,-4-3 0 15,2 2 0-15,-2-3 3 16,-11-5-1-16,-1 4 6 16,-5-3 4-16,-2 7 1 15,2 1-1-15,-2 2-3 16,-1 9-4-16,-4-1-3 15,4 4 0-15,-4-1-2 16,3-5 1-16,5 3 0 16,-4-1-2-16,-2 0-3 15,2 0 0-15,-4-5 1 16,-1 4 1-16,-2-2 2 0,-3 1 2 16,0-1 0-1,-4-2 0-15,-1 1 0 16,-4-1 0-16,-6-1-1 15,3 0-1-15,0 0 0 0,5 2-2 16,0 2 0-16,-6 1 1 16,0 1 1-16,-2 0 1 15,-2 1 2-15,0 0-2 16,1-1 1-16,1 2 0 0,1 0 2 16,-2-3-1-16,2 1 1 15,-3-3 0-15,3-5-4 16,1 0-2-16,0 0 2 15,1 0-1 1,-1-2 3-16,-1 0 0 0,0 0 0 16,0 0-1-16,0 0 0 15,-3 18 1-15,14 60-2 16,2-14-4-16,0 26-16 16,6 19-7-16,-11 32-11 15,-5 7-18-15,-2 19 6 16,-11 2 8-16,-4-22 17 15,2-6 20-15,-8-16 13 16,4 0 6-16,3-10 16 16,-4 0 5-16,7-5 11 15,-2-3-6-15,7 0-16 0,7-3-6 16,-5-10-16-16,0-15-3 16,0-16-5-16,-5-12-4 15,7-20-5-15,1-6-2 0,-8-21 2 16,2 3 0-1,-7-10 6-15,-5-7 5 0,-5-9-1 16,-9-8 4 0,-9-8 1-16,-11-5 0 0,-10 0 4 15,-10-4-1-15,-11 2 0 16,-5 3-3-16,-12 2 0 16,-10 1 0-16,-18 4 0 15,-9-1 2-15,-19 10 1 16,-12 3-4-16,-19 6 1 15,-11 2 0-15,-12 8 0 16,-7-4 0-16,-7 8 0 16,-6 2-1-16,-5 3 0 15,3 2 1-15,11 4-1 16,5 1 1-16,14-2 4 0,4 0 0 16,0-9-1-1,-3-1 0-15,-5-3-3 0,-2-1-7 16,-5-2-10-1,-4-5-11-15,-10-7-18 0,-8-1 0 16,-6-4 3-16,-2 3 7 16,12 5 24-16,10 3 8 15,19 3 12-15,9-1 3 16,6 0 0-16,6 1-3 16,8 3-4-16,-10 3-3 15,-7 3-3-15,-4 0-3 16,-18 5-7-16,12 5-10 15,-4 9-17-15,-7 2 1 0,11 10 7 16,-4 0 14-16,18 3 22 16,14 0 8-16,0-6 11 15,9-1 3-15,13-5 5 16,-6-6-2-16,13-4-6 16,0-2-1-16,-1-5-5 15,0 0-3-15,8 0-4 16,-2-5-5-16,0-3-1 15,7 0-3-15,2-6 3 16,5-4 0-16,3-6-3 0,2-3 2 16,6-3-2-1,4 0 2-15,3-1 5 16,3 3 0-16,-1-4 6 16,-1 5-2-16,10-1-9 15,-4 3 3-15,-3 7-9 16,3 0 2-16,2 7 0 0,2 2-2 15,3 6 2-15,0 6 0 16,0 1 0-16,9-1-3 16,10-6 3-16,2 0 4 0,1-5 1 15,-1-2 8-15,6-1 2 16,3-3-5-16,10 1 6 16,1 1-7-16,9 0-5 15,1 3-1-15,-1-1-3 16,5 4 0-16,-2 2 1 15,4-1 2-15,7 0 5 16,1 0 1-16,6-5 2 16,3 0 0-16,8-4-6 15,-1-2 1-15,2-2-6 16,1-1-2-16,1 0 2 16,3-1 0-16,1-2 1 15,0-3-1-15,3-3 0 16,-1-1 0-16,2-5 2 15,0-2 1-15,2-9 0 16,0-5 0-16,0-13-3 0,-2-3 1 16,1-9 0-16,0-4-1 15,4-22 9-15,4-10 11 16,7-12 13-16,5-12 6 0,8-6-7 16,-2-3-11-1,1-4-14-15,1 12-7 0,-18 8 1 16,3 12-3-16,-16 15-24 15,-9 5-23 1,-5 13-79-16,-16-1-60 0,-9-2-261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937" units="cm"/>
          <inkml:channel name="Y" type="integer" max="1740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2632" units="1/cm"/>
          <inkml:channelProperty channel="Y" name="resolution" value="1000.1149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9-14T06:30:55.598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17">
        <inkml:traceFormat>
          <inkml:channel name="X" type="integer" max="12376" units="cm"/>
          <inkml:channel name="Y" type="integer" max="6960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1" timeString="2026-09-14T06:31:13.388"/>
    </inkml:context>
  </inkml:definitions>
  <inkml:trace contextRef="#ctx0" brushRef="#br0">2980 4674 187 0,'-2'6'122'15,"0"2"7"-15,-4-1-18 16,6-2-33-16,-2-1-17 15,-2-2-28-15,6 0-6 16,-2-2 10-16,0-1 15 16,0 0 32-16,2-12 10 15,12-53 7-15,0 20-9 16,0-18-17-16,0-13-6 16,3-12-13-16,4 0-8 0,2-1-19 15,3 3-7-15,4 4-11 16,-1-4-6-16,12 7 3 15,-1 7-2-15,3 15-6 16,3 14 1-16,-6 17-1 16,1 10 0-16,-7 19 3 15,-2 14 1-15,-2 26 2 16,-1 17 0-16,4 30-3 16,-3 6 0-16,-1 6-2 15,1-1-1-15,-6-9 2 16,-1-6 1-16,1-4 5 15,-9-8 0-15,1-11 1 0,-5-1-1 16,-3-13-6 0,-2-3-1-16,-7-8-14 15,2 0-33-15,-11-8-139 16,1-3-104-16</inkml:trace>
  <inkml:trace contextRef="#ctx0" brushRef="#br0" timeOffset="633.91">3209 4154 325 0,'-3'9'172'0,"-3"5"-43"0,4 1-26 0,6-3-45 16,3-1-16-16,7-3-20 15,5 0 4-15,11 0 10 16,3-2 7-16,4-1 3 16,0-1-7-16,3 0-18 0,1 1-10 15,6 1-7-15,4 1-4 16,0-1-21 0,9 1-71-16</inkml:trace>
  <inkml:trace contextRef="#ctx0" brushRef="#br0" timeOffset="1901.19">4281 4440 453 0,'-6'3'219'0,"-11"4"-86"15,8-2-32-15,2 4-51 16,4 1-20-16,10 3-25 16,6 1-2-1,6 1-2-15,-3-4 0 0,9-4-1 16,-5 1 2-16,6-5 0 16,7-1-2-16,7 1 18 15,8-1 18-15,10 0 31 16,12-1 14-16,12 2 11 15,9 0-11-15,0 0-25 16,-8 2-9-16,-4 2-29 16,0 2-4-16,0 2-6 15,-4 2-5-15,-12-3 1 0,-12-2-1 16,-12-2-4-16,-7-4 1 16,-10-3-72-16,-3-5-80 15</inkml:trace>
  <inkml:trace contextRef="#ctx0" brushRef="#br0" timeOffset="2564.23">5575 4178 701 0,'-7'0'309'0,"-8"0"-169"15,3-1-50-15,4 2-58 16,1 3-26-16,5 5-34 16,2 4-9-16,4 5-2 15,5 4 5-15,4 3 27 16,8 1 7-16,12 0 0 16,6 4 0-16,9-3-1 15,8 4 0-15,-2-1 1 16,-4-10 1-16,-2 1 15 15,-7-12 7-15,0 1 6 16,4 2 1-16,7 0-12 16,-8 3-6-16,-2 0-3 15,-2 0-4-15,-17 6 1 16,-8 3 4-16,-26 8 14 16,-16 6 5-16,-31 8 4 0,-6 0-1 15,-9-2-18-15,-1 1-4 16,1-22-16-16,10-4-55 15,-6-5-228-15</inkml:trace>
  <inkml:trace contextRef="#ctx0" brushRef="#br0" timeOffset="4573.84">7377 3726 287 0,'5'1'163'16,"0"3"-42"-16,2-1-43 16,-1 0-20-16,-1 1-33 15,-3 1-12-15,-2 3-5 16,-4 6-1-16,-1 2 0 0,-2 5-2 15,-1 2-3-15,-2-4-1 16,-4-2 7 0,-3-1 8-16,-4-8 23 0,1-4 17 15,-11-7 29 1,-5-6 12-16,-13-7 9 0,-8-2-6 16,-3-1-24-16,1 0-16 15,9 4-28-15,4 2-4 16,8 2-14-16,3 4-2 15,3 4-1-15,-2 1-8 0,6 6 3 16,-2 2 0-16,2 3 0 16,5 4 0-16,1 5-3 15,3 3-3-15,0 11-2 16,5 3 1-16,5 9 0 16,0 2 3-16,7 7-1 15,0 4 1-15,2 8-2 16,6 7 0-16,-1 15 1 15,4 1 1-15,0 0 6 16,-4-1 6-16,2 1 4 16,-2-2 3-16,2 2-1 15,7-5-5-15,8-14-7 0,-3-9 0 16,10-13-3 0,-2-7-2-16,4-16 0 15,10-4 1-15,-2-13-3 16,5-3 2-16,2-9-4 0,0-5-26 15,6-8-112-15,-7-4-131 16</inkml:trace>
  <inkml:trace contextRef="#ctx0" brushRef="#br0" timeOffset="6084.01">8137 3954 222 0,'0'0'113'0,"-2"-3"-30"16,-2 3-30-16,-2-4-34 16,4 0-4-16,1 3-6 15,-1 0 4-15,1 0 12 16,0 0 5-16,0-1 6 15,-5-8 3-15,-26-26 2 16,20 28 4-16,-7-1 7 0,1 7-4 16,-1 5-9-1,-1 3-9-15,3 8-19 0,1-1-3 16,0 2-9 0,2 6 0-16,2 2 1 15,-1 0 0-15,5 1 0 0,0-4 0 16,2-5-1-16,0 3 1 15,2-3 2-15,-1-1-1 16,4 2-1-16,1-1 0 16,1-3 0-16,5 0 0 15,1-1 2-15,0-1 0 0,4 1 3 16,-1 2-1-16,0-3-1 16,-1 3 0-16,-3 6 1 15,-4-2 0-15,-2 9 3 16,-3 3 0-16,-8 0 0 15,0 10-3-15,-3 7-2 16,0 2 0-16,-2-2-2 16,0-6 0-16,2-8 2 15,-2-6-2-15,7-7 3 0,2-4-4 16,-1-7 1 0,2-6 0-16,-1-4 3 15,1-7 4-15,6-5 3 16,1-1 1-16,4-5 2 15,1-1-1-15,1-1-2 0,1 4-1 16,1-4-4-16,3 6 0 16,0 2-1-16,2 0-1 15,2 7-3-15,1-5 1 16,6 1-1-16,0-2 0 0,4-1 0 16,1 3 0-16,2 6 1 15,0 4 2-15,-5 2 12 16,-5 4 4-16,-6 7 14 15,-7 0-1 1,-10 13-6-16,-8 5-6 16,-17 14-12-16,-2 9-4 0,-10 20-5 15,4 9 1-15,1 15-1 16,3 2 3-16,11-6 4 16,6-8-2-16,7-21-1 15,8-6 1-15,9-19-2 16,1-8 1-16,13-13 1 15,3-8-4-15,15-10-13 16,8-3-50-16,6-3-235 16</inkml:trace>
  <inkml:trace contextRef="#ctx0" brushRef="#br0" timeOffset="7964.51">9234 4330 499 0,'3'-8'266'0,"6"-9"-42"15,4-1-128-15,1-4-70 16,2 3-8-16,-2 8-13 16,-3 4-2-1,0 8 12-15,-2 6 13 0,-2 14 25 16,-3 9 10-16,-2 15-1 16,-2 11-10-16,1 15-11 15,1 0-7-15,2-2 6 16,2-12 0-16,5-19-6 15,2-8-5-15,6-18-16 16,6-7-1-16,7-16-5 16,1-6 0-16,2-13-1 15,2-3-1-15,-5-3-3 16,-1-2-1-16,-5-2 0 0,-3 7 0 16,-9 5-1-16,1 6 1 15,-8 9 1-15,0 3-2 16,-2 16 0-16,-1 11 1 15,-3 17-6-15,-1 8-11 16,0-2-57-16,0-5-80 16,2-7-250-16</inkml:trace>
  <inkml:trace contextRef="#ctx0" brushRef="#br0" timeOffset="8829.87">10392 4295 481 0,'-2'-7'307'0,"-3"-4"-49"0,-7-3-74 16,0 5-43-16,-6 2-74 15,-1 6-23-15,-3 8-29 16,-1 6-9-16,0 12-40 16,-2 8-30-16,2 16-54 15,-2 6-15-15,5 9 33 16,3 0 30-16,9 4 60 16,3 3 20-16,5 15 31 0,1-2 25 15,-1-15 42 1,3-9 9-16,2-33-20 0,2-6-23 15,4-13-42 1,5-7-15-16,2-9-7 0,2-6-4 16,-3-10-6-16,-3-3-5 15,-3-6-7-15,1-3-7 16,-1-2-3-16,0 0 2 16,-1 2 5-16,0 3 8 0,-1 7 5 15,0 3 1-15,-1 6 3 16,-1 3 0-16,-2 7-1 15,-2 0 4-15,0 3 5 16,0 1 1-16,1 3-1 16,2 0 0-16,-6 0-7 15,0 0 0-15,4 29-2 16,38 48-2-16,-24-16 0 16,6 7-6-16,4 1 4 15,0-7-4-15,-3-10-37 16,-4-11-15-16,1-20-29 15,-3-10-4-15,4-19 8 16,-1-13-31-16,-4-22-159 16</inkml:trace>
  <inkml:trace contextRef="#ctx0" brushRef="#br0" timeOffset="9661.25">10928 4568 264 0,'-3'16'137'0,"-5"11"-43"0,4 0-11 0,1-10-9 15,-2-3 2-15,0-6 22 16,-3-3 6-16,-3-4-5 16,4-1-16-16,1-3-29 15,4-2-11-15,2-2-17 16,3-2-4-16,3 1-5 16,1 2-2-16,3 6 3 15,4 4 6-15,4 8 13 0,4 5 3 16,-5 10 2-16,-6 0-1 15,1 10-11 1,-1 2 1-16,-4-5-6 0,2-6 0 16,-5-10 2-16,3-5-4 15,5-9-6-15,-1-4-6 16,3-3-7-16,-3-7-2 16,-2-7 2-16,4-5-2 15,-1-8-2-15,-1-3-2 16,3-2-3-16,0 5 0 15,-2 5-1-15,1 4 3 16,-2 7 2-16,-1 1 3 0,-2 8 7 16,1 3 6-16,-2 4 16 15,2 7 3-15,0 10 0 16,-3 4-8-16,-1 12-10 16,-3 6-9-16,-2-1-7 15,1 4 5-15,0-8-8 16,0-5 3-16,0-9 0 15,1-9-2-15,2-10 2 16,0 0-1-16,6-12 1 16,0-8-1-16,4-13-1 15,-1-11-1-15,1-5 2 0,0-1 1 16,-1 9 0-16,4 6 0 16,1 12 0-1,0 6-2-15,2 8 4 16,-6 3 3-16,-4 6-4 15,1 6 2-15,1 8 1 0,-2 4-2 16,1 8 0-16,-2 5-2 16,-2 8 0-16,9-1 0 15,2-3 0-15,-1-8 0 0,3-7-38 16,-3-7-27-16,-3-12-91 16,3-8-98-16</inkml:trace>
  <inkml:trace contextRef="#ctx0" brushRef="#br0" timeOffset="10028.54">11767 4833 952 0,'9'8'378'0,"9"6"-261"0,3-5-43 16,1-14-48-16,-3-9-14 16,-5-13-11-16,-3-3-17 0,-6-6-39 15,-5 5-20-15,-6 5-24 16,-5 4 12-16,-7 8 38 15,1 5 21-15,1 9 48 16,4 9 21-16,6 12 24 16,2 10 7-16,10 20-10 15,4 8-13-15,15 9-22 16,10 0-7 0,0-13-12-16,0-8-3 0,-4-18-53 15,-10-12-98-15</inkml:trace>
  <inkml:trace contextRef="#ctx0" brushRef="#br0" timeOffset="10245.49">12295 4541 1118 0,'8'9'409'0,"3"6"-322"16,-3-6-403-16</inkml:trace>
  <inkml:trace contextRef="#ctx0" brushRef="#br0" timeOffset="10394.21">12411 4812 1060 0,'3'6'387'0,"-4"5"-405"16,3-10-290-16</inkml:trace>
  <inkml:trace contextRef="#ctx0" brushRef="#br0" timeOffset="11287.91">12897 3806 908 0,'-1'-5'378'0,"-3"-6"-232"0,0 3-38 16,8 11-53-16,-2 6-21 16,7 22-23-16,4 15-5 15,2 18-3-15,4 2-7 16,1-1-54-16,2-9-65 16,2-13-202-16</inkml:trace>
  <inkml:trace contextRef="#ctx0" brushRef="#br0" timeOffset="11692.35">13537 5123 789 0,'1'-16'398'16,"-1"-29"-66"-16,1-15-242 16,4-29-58-16,-4-5-13 15,4-5-15-15,3 8-1 16,3 13-2-1,2 4 1-15,4 10-2 0,3 1 1 16,4 17-1-16,2 10 2 16,5 25-2-16,1 11-1 15,8 29 0-15,-1 10 0 16,1 24 3-16,1 7-1 0,-8 4-2 16,3 1 1-16,-9-4 1 15,-6-3 1-15,-9-17-21 16,-6-6-35-16,-7-20-183 15,-10-15-145-15</inkml:trace>
  <inkml:trace contextRef="#ctx0" brushRef="#br0" timeOffset="11858.64">13615 4854 1109 0,'34'-4'466'16,"29"-6"-286"-16,16-2-86 16,3-4-28-16,-12-6-100 0,-12 2-82 15</inkml:trace>
  <inkml:trace contextRef="#ctx0" brushRef="#br0" timeOffset="12127.26">14223 3533 928 0,'5'3'373'0,"5"13"-240"16,6 12-45-1,-8-14-39-15,0 0-21 0,33 77-45 16,-6 10-85-16</inkml:trace>
  <inkml:trace contextRef="#ctx0" brushRef="#br0" timeOffset="12452.95">14947 5098 1193 0,'-13'28'451'0,"-22"37"-339"16,-3 4-141-16,-25 0-322 15</inkml:trace>
  <inkml:trace contextRef="#ctx1" brushRef="#br0">14709 9027 0,'0'0'0,"0"0"16,0 0 0,0 0-1,0 0 1,-3-30 0,6 27-1,-1 0 1,-2 1-1,0 2 1,0-3 0,0 0-1,0 0 1,-2 1 0,-1-1-1,0 0 1,-2 3-1,-1 0 1,6 0-16,0 0 16,0 0-1,0 0 1,-19 71 15</inkml:trace>
  <inkml:trace contextRef="#ctx1" brushRef="#br0" timeOffset="1220.31">14963 8909 0,'0'0'0,"0"0"15,0 0 1,0 0 0,-33 6-16,17-1 15,-3 1 1,2-1-1,4-2 1,-1 0 0,3-1-1,3 1 1,0 2 0,-3 4-1,-6 4 1,-13 15-1,-6 5 1,4-3 0,4-6-1,6-5 1,6-8 0,2-2-1,3-4 1,-2 1-1,2-4 1,0 1 0,3 0-1,-1 2-15,4 1 32,2-1-17,0 3-15,1-2 16,-1 2-1,-5 0 1,-1 1 0,1-1-1,0-3 1,0 1 0,2-4-1,1 1 1,-3 0-1,-6 0 1,0-3 0,3 0-1,0 2 1,1 4 0,-1-1-1,2 1 1,7-1-1,2-2-15,2 0 16,4-3 0,-6 0-1,33-8 1,-9-1 0,1 1-1,-6 0 1,-5 5-1,-6 0 1,-3 3 0,-2 0-1,-3 0 1,0 0 0,0 0-1,0 0 1,0-2-1,0-1 1,0-2 0,0-20-1,-5-30 1</inkml:trace>
  <inkml:trace contextRef="#ctx0" brushRef="#br0" timeOffset="20326.96">9709 5615 463 0,'2'-5'248'0,"4"-6"-43"16,1 0-66-16,-1 1-42 15,-2-1-16-15,0 2-21 16,0 2 5-16,4 3 12 16,1-2 6-16,0 2 5 15,0-1-2-15,-3 0-10 16,-2 4-1-16,-4 1-2 0,-5 4-8 15,-9 4-14-15,-2 2-8 16,-7 6-21 0,-2 2 1-16,0 4 1 15,-4 1-1-15,-3 5-1 0,-2 5 7 16,-6 6 3 0,-2 10 2-16,0 9-2 0,1 2-5 15,4 9-7-15,2 1-6 16,3 4-10-16,0 7-2 15,2 6-1-15,9 6 2 0,4-8 4 16,10-7-2-16,20-16 3 16,4-8 3-16,23-13 4 15,7-9 3-15,23-14-1 16,11-10 2-16,6-17-7 16,0-7-2-16,-14-7-6 15,-7-3-4-15,-4 4-21 16,-4 0-21-16,-2 4-65 15,0-1-56-15,-9-3-113 16,0 0-145 0</inkml:trace>
  <inkml:trace contextRef="#ctx0" brushRef="#br0" timeOffset="21027.26">10639 6228 972 0,'-1'-2'372'0,"-5"-5"-274"15,1-2-39-15,-1-1-32 16,-7-4-13-16,2 3-12 15,-9-1 3-15,-6 3 8 16,4 4 17-16,-11 6 20 16,6 5 8-16,-7 10 3 0,-1 7-11 15,3 14-21-15,0 8-8 16,11 16-16-16,2 6 1 16,8 4-1-16,1 4-2 15,4 0-2-15,4 1-1 16,4-2 2-16,5-6 9 15,5-22 18-15,2-5 6 0,8-25 5 16,4-5-7 0,9-21-9-16,5-18-7 0,6-23-11 15,-6-11 0 1,-2-8-6-16,-6 4 0 16,-9 10 5-16,1 7-2 15,-6 16-3-15,-6 5 1 0,-4 18-5 16,-2 7 0-16,-3 14 5 15,2 10-1-15,-2 16 2 16,0 6 0-16,5 13-2 16,3 2 1-16,2-3 2 15,3-9 1-15,4-18-2 16,4-5 2-16,6-20-7 16,2-6-10-16,-1-20-99 15,2-8-77-15</inkml:trace>
  <inkml:trace contextRef="#ctx0" brushRef="#br0" timeOffset="21888.43">11423 5279 907 0,'-12'29'365'0,"-13"18"-225"0,-1 7-96 16,-1 1-10-16,2-3-17 16,2 2-9-16,5 3-4 15,0 2 3-15,3 13 15 16,3 3 18-16,0 7 26 15,1 1 9-15,3-1-8 16,0 6-6-16,0 0-26 16,1 4-13-16,-3-8-13 0,3-7-3 15,2-18-7 1,3-11 6-16,2-17 3 16,0-7-4-16,1-11 2 15,0-4 0-15,2-7-1 0,1 1-1 16,-2-3-2-16,1-2-2 15,-3 1 1-15,0 0 0 16,0-8-13-16,-2-13-10 16,-9-31-26-16,-1 22-7 0,0-4 10 15,-1-2 9-15,-6-6 24 16,4 1 8-16,-7-3 6 16,1 3 2-16,6 8 3 15,-3 7 6-15,12 9 5 16,-4 4-1-16,2 7-5 15,7 2-6-15,2 7-6 16,2 5 1-16,6 7 7 16,0 8 6-16,1 4 12 15,8 0-2-15,11 6-2 16,3-5-5-16,5 1-13 16,4 0 1-16,-2-13-6 15,3-5 3-15,2-10-1 16,4-5-1-16,3-4 1 15,-1 1 1-15,0-5 10 16,-8-1 8-16,-10-7 11 0,-5-4 0 16,-12-3-5-16,-6-2-5 15,-6 2-10-15,-10 0-4 16,-8 3-6-16,-5 3 0 16,-8 8-9-16,-2 2 0 15,-5 10 2-15,3 4-3 0,3 17 6 16,1 4-2-16,10 13 3 15,3 6 1-15,17 12 0 16,5 4 1 0,20 5 0-16,6-7 1 0,4-11 1 15,-1-5 0-15,-2-18-35 16,1-7-60-16,1-17-157 16,1-14-192-16</inkml:trace>
  <inkml:trace contextRef="#ctx0" brushRef="#br0" timeOffset="22673.64">12198 6287 487 0,'1'-8'232'0,"3"-5"-83"0,-1 0-9 0,-3-1-18 16,-1 3-8-16,-5 0-12 15,1 2-9-15,-3 4-12 16,-1 1-9-16,-3 6-17 16,-3 4-6-16,-2 14-15 15,-1 7-5-15,1 15-18 16,0 7-7-16,5 10-4 16,0 0 0-16,8 1 0 0,1-1 2 15,9-7 2 1,5-1-2-16,4-16 18 0,3-7 9 15,1-25 10-15,1-7 5 16,-1-17-14 0,-3-8-9-16,-4 1-10 0,-5-3-4 15,-3 7-5-15,-1 6 1 16,-3 7-1-16,0 5-4 16,0 6-8-16,0 2-2 15,3 9-2-15,3 4 4 16,5 5 6-16,1 2-1 15,5 0 5-15,-2-1-2 0,4 2 4 16,2-1-2-16,2 5 0 16,-1 8 0-16,-4 8-5 15,-6 2 5-15,-8 3-7 16,-4-1 3-16,-12-6 3 16,-8 0-4-16,-10-1 7 15,-3 0 2-15,-3 1-5 16,0-4 4-16,-4-4-3 15,-6-4 0-15,-2-12 0 16,-1-1-5-16,-8-14 3 16,-2-7-1-16,1-14-3 15,1-13 6-15,19-13-9 0,14-2-1 16,22-3-20 0,14 5-18-16,28 5-31 15,10-3-18-15,23 0-25 16,3-5-38-16,1-3-199 0</inkml:trace>
  <inkml:trace contextRef="#ctx0" brushRef="#br0" timeOffset="23236.69">12620 6336 966 0,'-3'-4'419'0,"1"-4"-216"16,-1-3-99-16,-2 0-64 16,-5 0-21-16,-2 1-25 0,-1 6-5 15,-1 3-3-15,2 2 4 16,0 4 12-16,-2 2 10 16,1 9 11-16,2 9 2 15,-7 10-1-15,9 11-7 0,0 6-8 16,-3 4-4-16,11-2-5 15,0-5 0-15,12-3-1 16,10-8 1 0,9-12 4-16,5-10 2 0,3-21 8 15,-3-7-3 1,6-13 5-16,-3-6 2 0,-7-5 8 16,-3-4 4-16,-15 0-4 15,-7 2 3-15,-14 1-22 16,-6-2-1-16,-12 11-20 15,-3 3-15-15,-6 10-32 16,2 9-24-16,3 5-36 16,2 4-23-16,9 12-90 15,3 5-71-15</inkml:trace>
  <inkml:trace contextRef="#ctx0" brushRef="#br0" timeOffset="23855.41">13159 6260 740 0,'-7'3'402'0,"-13"3"-56"15,2 1-201-15,0-4-105 16,-2 2-27-16,3 2-33 16,2 0-10-16,4-7 6 15,4 0 6-15,4-2 28 16,-1 1 17-16,5 1 24 0,2 1 15 15,-3-1 12 1,0 0-4-16,0 0-15 0,5 1-10 16,3 1-26-1,0-1-6-15,29 50-6 0,-30-28-4 16,-2 7-2 0,-3 4-2-16,-2 3-2 0,-2 7 0 15,-1 2-1-15,0 1 1 16,-2 0 3-16,1-1 1 15,-1-7 4-15,-1-1 1 0,4-18-8 16,-1-3 3 0,3-14 1-16,-1-7-1 0,4-9 2 15,2-11-2-15,2-16 2 16,5-4-3-16,4-6 2 16,1 2 0-16,8 1-6 15,4 5 0-15,1 5-2 16,3 3-3-16,-1 17-4 15,-4 3-11-15,-5 14-19 16,3 7-13-16,-6 10-39 16,-2 0-28-16,-3 3-145 15,-5-2-150-15</inkml:trace>
  <inkml:trace contextRef="#ctx0" brushRef="#br0" timeOffset="24670.04">13663 6344 811 0,'3'1'382'0,"0"1"-152"0,1-2-79 16,-3-4-70-1,-1 3-25-15,0 1-34 0,0 0-10 16,-1 0-14-16,1 17-2 16,1 36-1-16,2-28 3 15,5 10 9-15,4 0 8 16,6-1 27-16,-1-2 18 0,7-9 15 15,-2-6 0-15,-1-9-17 16,2-4-16-16,-5-8-16 16,3-4-12-16,-2-8-6 15,-3-3-1 1,-10-1-6-16,-6-3 4 0,-4 4-3 16,-3 6 0-1,7 7-2-15,0 5-1 0,2 9-6 16,2 0 1-16,-3 8 0 15,3 5 1-15,7 5 3 16,2 2-1-16,4 5-2 16,3 5 1-16,-4 4-1 15,-1 4 2-15,-1 4 2 16,-3-2 0-16,-4 3 0 16,-1-1 1-16,-6-4 0 0,-1-1 3 15,-6-2 1-15,-3-4 0 16,-8-4-3-16,-10-1 2 15,-2-10-3-15,-8-3 0 16,-5-8 0-16,5-8 0 16,-8-10-1-16,4-11-3 15,2-19-19-15,2-5-17 16,12-11-28-16,6 0-14 16,14-4-21-16,7-7-13 0,17-4-66 15,7-4-101 1</inkml:trace>
  <inkml:trace contextRef="#ctx0" brushRef="#br0" timeOffset="25218.93">14384 6235 1135 0,'-5'11'433'0,"-4"13"-348"16,-1-1-133-16,1-12-357 0</inkml:trace>
  <inkml:trace contextRef="#ctx0" brushRef="#br0" timeOffset="25385.37">14450 6610 1398 0,'1'-1'494'15,"-1"-3"-448"-15</inkml:trace>
  <inkml:trace contextRef="#ctx0" brushRef="#br0" timeOffset="28238.37">15023 5966 623 0,'0'-4'305'16,"0"-3"-104"0,0-3-91-16,-2 6-77 15,-1 0-15-15,-1 0-13 0,-2-1-3 16,4-5 5-16,2-1 12 16,8-4 24-16,3-9 8 15,5-11 2-15,7-5-10 0,3-8-21 16,5 4-7-16,2 10-5 15,-9 5 1-15,-5 13 6 32,0 10 1-32,-11 17-1 0,0 13 1 0,-11 32 0 15,-13 20 1-15,-5 22 2 16,-3 9-3-16,0 8-6 16,8-3-2-16,4-5 8 15,4-9-2-15,6-25-1 16,0-13 0-16,2-26-10 15,1-10-1-15,0-14-1 16,0-8-4-16,-1-12-26 16,-1-6-22-16,-3-17-73 15,0-8-75-15</inkml:trace>
  <inkml:trace contextRef="#ctx0" brushRef="#br0" timeOffset="28455.83">14865 6455 936 0,'0'22'445'0,"-4"17"-149"0,7-9-178 15,10-3-26-15,3-10-37 16,7-3-18-16,17-5-26 16,9-5-3-1,23-6-7-15,20-2-2 0,10-5-26 16,0 0-77-16</inkml:trace>
  <inkml:trace contextRef="#ctx0" brushRef="#br0" timeOffset="33717.89">9740 7351 372 0,'-5'8'131'0,"-5"6"-116"15,0-3-27-15,4-6-80 16</inkml:trace>
  <inkml:trace contextRef="#ctx0" brushRef="#br0" timeOffset="34482.23">9944 7270 498 0,'22'-17'328'0,"12"-14"-14"0,-10 2-121 16,-4 5-36-16,-11 7-68 15,-1 5-27-15,-12 5-39 16,-17 6-12-16,-16 9-11 16,-11 3 2-16,-7 13-1 15,4 4 0-15,-1 9-1 16,2 13 1-1,3 7 0-15,-3 4 4 0,10 0 19 16,5-5 4-16,0 1 8 16,14 6 1-16,8-1-11 15,6-2 0-15,23-14-10 16,-2-15 1-16,10-16-4 16,5-7-3-16,-2-15 6 15,0-9 5-15,2-11-1 16,-2-8 1-16,-6-9-7 15,0 3-5-15,-7 4-4 16,-4 3-1-16,-3 12-2 16,0 4 0-16,-5 10 1 0,-2 1-5 15,-2 9 2-15,0 6-5 16,2 5 2-16,0 3 3 16,1-1 0-16,0-3 0 0,2 0 2 15,-1 1 0-15,1 0-1 16,2 3 3-1,-2 1 0-15,3-2 0 0,-1 4-1 16,0-4 0 0,-2-1-3-16,0-4 4 0,-1-8 0 15,1-4 2 1,0-12-1-16,0-6-1 0,2-12 1 16,1-5-5-16,3-3 3 15,1 3 1-15,0 6-4 16,1 7 4-16,-4 11 1 15,-1 4 1-15,-4 9 2 16,0 3-2-16,-3 9-3 16,-2 5-2-16,-4 10 1 15,1 5-1-15,-1 2-1 16,5 0 0-16,6 2-1 0,2 1 1 16,8 7 0-16,2 2 0 15,7-1 3-15,3-2-2 16,1-9 1-16,-4-4-2 15,-1-11 0-15,3-9-2 16,-2-10-38 0,1-7-33-16,4-19-125 0,-2-8-134 0</inkml:trace>
  <inkml:trace contextRef="#ctx0" brushRef="#br0" timeOffset="35233.5">10740 7503 828 0,'-4'-4'363'16,"-8"-5"-179"0,1-4-59-16,-2-4-54 15,-1 1-10-15,-1 2-14 0,-3 2-7 16,0 12-10-16,3 5-8 15,2 18-16-15,-2 9-1 0,7 16-5 16,-2 13 1-16,6 21 0 16,9 6-1-16,6-3 3 15,2-12-2-15,3-34 12 16,2-14 7-16,2-26 11 16,2-9 3-16,3-24-6 15,-2-9-4-15,-6-26-16 16,0-7-1-16,-4 3-4 15,-4 1-4-15,0 23 1 16,-3 13 2-16,-3 20-5 16,2 11 0-16,4 14 2 15,3 9-2-15,13 12-1 16,4 10 4-16,14 13-2 16,0 3 1-16,1 2 2 15,-1-1-1-15,-8-9 0 16,-1-1 1-16,-9 0-2 0,-3-1 1 15,-11-1 4-15,-6 4-4 16,-11-6 2-16,-6 1 3 16,-15 5 7-16,-1-2-2 15,-9-1 0-15,-3-3-2 0,-11-13-9 16,-3-2 3-16,1-7 1 16,-5-4-1-16,9 0 5 15,2-7-6-15,0 0-1 16,2-3 2-16,6-7-5 15,-5-3 6-15,11-9-13 16,4-6-16-16,11-9-56 16,19-8-43-16,14-15-159 15,14-7-156-15</inkml:trace>
  <inkml:trace contextRef="#ctx0" brushRef="#br0" timeOffset="35828.37">11248 7810 884 0,'4'4'342'0,"8"-2"-240"16,4 3-56-16,7-2-36 16,3-3-4-16,9 3 2 15,2-3 6-15,13-3 25 16,-1-7 14-16,-1-11 14 16,-4-4 1-16,-14-6-18 0,-3-1-10 15,-16-1-18-15,-5 0-6 16,-9 7-7-16,-7 1 2 15,-10 4-1-15,-5 2-2 16,-12 6-1-16,-4 3-5 0,-8 9 0 31,1 3-1-31,3 12-2 0,4 7 0 0,16 13 1 16,7 13 2 0,16 20 2-16,3 6-2 15,13 9 0-15,6-5 2 0,11-14-2 16,7-7 2-16,5-17-25 15,2-14-54-15,-4-26-267 16</inkml:trace>
  <inkml:trace contextRef="#ctx0" brushRef="#br0" timeOffset="36048.79">12343 7599 1229 0,'-2'15'418'0,"-3"11"-673"0</inkml:trace>
  <inkml:trace contextRef="#ctx0" brushRef="#br0" timeOffset="36197.67">12287 7996 1314 0,'-2'6'433'0,"-4"6"-687"16</inkml:trace>
  <inkml:trace contextRef="#ctx0" brushRef="#br0" timeOffset="36794.62">12866 7494 1028 0,'0'4'423'15,"2"7"-261"-15,10 3-79 0,-1 9-64 16,2 5-10 0,-5 14-4-16,0 8-4 0,6 15 3 15,1 5 0-15,4-4 9 16,3-7 2-16,-5-18 0 16,-1-6-2-1,-2-13-85-15,-4-4-102 16</inkml:trace>
  <inkml:trace contextRef="#ctx0" brushRef="#br0" timeOffset="37344.87">13454 7584 467 0,'-9'-5'256'0,"-10"-7"-37"16,4 1-33-16,2 1-45 15,4 2-20-15,9 5-57 16,1 0-20-16,4 1-34 16,3 1-7-16,7 1-4 15,6 1-1-15,3 4 2 16,-7 0 0-16,-4 6 2 15,-5 3 1-15,-8 7 5 16,-2 9 7-16,-16 11 13 16,0 11 5-16,-11 7 10 0,-2 1 1 15,1 0 1 1,1-5 5-16,13-7 2 0,4-3 0 16,14-5-8-1,12-3-8-15,8-4-13 16,12-2-10-16,7-5-3 15,-3-7-4-15,7-4-7 0,-8-8-1 16,-7-7-93-16,-11-3-73 16</inkml:trace>
  <inkml:trace contextRef="#ctx0" brushRef="#br0" timeOffset="38511.11">14001 7461 205 0,'-2'-3'73'15,"-1"-4"-59"-15,1-2-65 16,2 0-10-16,1 4 10 16,1 0 25-16,1 1 72 15,0 1 38-15,0-3 61 16,0 1 22-16,1-2 19 0,2 8-5 16,1-1-36-16,2 0-23 15,3-1-58-15,1-12-20 16,6 4-29-16,1-6-7 15,2 3-7-15,0 12 1 16,1-2-2-16,-2 7 0 16,-2 8 0-16,-3-2 0 15,-3 12 3-15,-3 0 2 0,-4 6 0 16,-4-3 1 0,-2-2-3-16,2 2 1 0,-2-2 0 15,-2 1-2 1,0-3 2-16,1-1-1 0,3-4 11 15,3-5 4-15,4-4 10 16,-2-3 1-16,0-3-9 16,2 2-2-16,2-2-11 15,2 0 0-15,2-2-4 16,-1-4 1-16,-1-3-2 16,1-2 0-16,-2-1 3 15,-1 0-5-15,-2 3 5 0,-6 0-4 16,-5 4 4-16,-4 0 0 15,-3 3-1-15,-5 4 2 16,1 5-2-16,-3 3 5 16,-8 6 10-16,2 3 4 15,-4 5 2-15,4 2-2 16,2-1-13-16,4 0-1 16,2-1-8-16,3-5 1 15,7-3-2-15,4-2-3 16,7-5 0-16,7 5-4 15,12-3 2-15,4 1 1 0,10-1 2 16,2-5-1-16,1-2 1 16,0 0-3-16,-4-2-3 15,-2 4 4-15,-11 0-1 16,-6 0 5-16,-11 4 0 16,-5 1 1-16,-14 2 6 15,-6-1-2-15,-20 2 4 16,-9 4-1-16,-10-5-4 15,-9 0-1-15,-2-7-3 16,-2-5 0-16,4-7-22 16,6-2-24-16,10-10-97 15,3-2-73-15,11-4-137 0</inkml:trace>
  <inkml:trace contextRef="#ctx0" brushRef="#br0" timeOffset="39263.61">14567 7164 908 0,'-1'0'433'0,"1"0"-163"0,6 0-153 0,8-2-95 15,8-3-19-15,13-4-16 16,4 0-3-16,11-2 6 16,0 1 0-16,1 1 9 0,-4 1 3 15,-10 6-1-15,-3 4 2 16,-13 11 0-16,0 7 0 16,-7 18-3-16,-3 7 0 15,-5 16 1-15,-3 9-1 16,-1 0 3-16,0-2-2 0,4-5-1 15,-3-7 1-15,4-8 0 16,0-3 1 0,1-8 0-16,1-6 0 0,2-6-2 15,-1-2 3-15,2-3-1 16,-3-3-1 0,-1 3 1-16,-5-4 4 0,-3-1 13 15,1-1 12-15,-1-5 13 16,0-4-2-16,0-3-9 15,-2-1-5-15,-1-3-8 16,-1-2-6-16,2 3-4 16,1 0 0-16,0-1 4 15,-1-3 12-15,-1-2 12 16,-3-1 3-16,-21-25 3 16,22 30-6-16,-2-4-13 15,0 7-5-15,1 1-17 0,-3-1-2 16,-1 8-2-16,-1-4 1 15,-5 4 4-15,-3 5-1 16,-11 3 1-16,-7 5-4 16,-13 6 0-16,-16 0 0 15,-9-1-45-15,-11 2-48 16,1 1-106-16,10 1-103 0</inkml:trace>
  <inkml:trace contextRef="#ctx0" brushRef="#br0" timeOffset="41393.76">3267 9098 641 0,'-9'-8'229'0,"-12"-5"-184"15,8 6-30-15,-7-1-3 16,4 8 21-16,3 0 14 16,4 4 21-16,0 3 9 15,1 1 4-15,1 5-6 16,1 10-15-16,1 8-5 0</inkml:trace>
  <inkml:trace contextRef="#ctx0" brushRef="#br0" timeOffset="41511.93">3129 9454 1044 0,'1'46'402'0,"2"17"-248"16,4 48-119-16,0 3 2 15,2-2 2-15,-2-17-8 16,0-13-6-16,1-22-12 16,-2-16-29-16,3-16-82 15,-3-18-107-15</inkml:trace>
  <inkml:trace contextRef="#ctx0" brushRef="#br0" timeOffset="42058.65">3105 9037 838 0,'1'1'334'0,"5"-2"-221"15,11-3-42-15,17-4-42 16,14-4-1-16,22-3-8 16,3 5-9-16,-2 2-9 15,-8 6-2-15,-16 8 2 16,-8 6 2-16,-15 17 0 16,-5 9 2-16,-22 18 2 15,-7 8-1-15,-18 8 8 16,-3-2 1-16,-3-13 0 15,2-7-3-15,10-19-7 16,5-11-1-16,17-11-7 16,2-9-1-16,15-9-4 15,6-4-1-15,12-5 2 16,7-4 4-16,16 6 4 16,10 3-1-16,4 10 3 15,1 6-4-15,-14 12 1 0,-10 4 4 16,-20 11-6-16,-10 4 0 15,-17 10 2-15,-10 4-3 16,-22 9 13-16,-11 6 14 16,-27 3 20-16,-9-5 14 15,-8-5 21-15,0-11 6 16,9-15-4-16,1-3-11 16,1-17-30-16,0-7-23 0,9-6-57 15,11-3-26-15,22-3-92 16,14 1-130-16</inkml:trace>
  <inkml:trace contextRef="#ctx0" brushRef="#br0" timeOffset="42544.13">4372 9484 1044 0,'2'5'370'0,"4"4"-312"15,8 0-31-15,5 9-14 16,4-2 0-16,10 4-6 16,2 1 0-16,9-2-2 15,5-4-2-15,16-11-2 16,2-4-1-16,8-12 0 0,-7-4 0 16,-16-4-7-1,-5 0-23-15,-13 1-107 0,-1-1-94 16</inkml:trace>
  <inkml:trace contextRef="#ctx0" brushRef="#br0" timeOffset="43111.14">5268 9252 563 0,'-10'-2'251'0,"-14"-4"-99"16,1 1-35-16,-2 0-18 16,-6 2-9-16,-1-3-26 15,2 4-8-15,2 3-1 16,6-3 3-16,5 4 6 0,4 0 1 16,4-2-9-16,3 3-10 15,7 6-21-15,4 1-8 16,11 5-15-16,9 2 0 15,18 0 0-15,9 2 0 16,8-3 0-16,10 6-2 0,0-2 1 16,-2-1-1-16,-5 6 0 15,-10-6 1-15,-10 6 0 16,-5-1-1-16,-18-3 7 16,-6 8 2-1,-22 1 3-15,-12 3 6 0,-15 12 3 16,-11 3-3-16,-11 9-4 15,-4 0-4-15,-3-8-6 16,-2-8 3-16,7-16-9 16,4-9-30-16,12-12-104 15,13-4-145-15</inkml:trace>
  <inkml:trace contextRef="#ctx0" brushRef="#br0" timeOffset="43944.34">6844 8836 926 0,'0'-9'328'0,"2"-11"-283"0,-1 2-23 16,-1 3-6-16,-1 3-5 15,-5 3 3-15,0 3 4 16,0 2 25-16,-5-2 11 16,-1 3 23-16,-1 1 8 15,-12-2-8-15,7 5-3 16,-13-3-15-16,1 2-13 15,2 1-14-15,-6-1-12 16,6 6-17-16,-3-5 3 16,7 6-10-16,3 4 2 15,7 5 2-15,2-2 0 16,3 5 0-16,0 3 0 16,9 8 3-16,0 8-3 0,4 9 0 15,1 8-2-15,0 10 2 16,0 8-1-16,1 11 1 15,2 3 0-15,3-1 0 16,-1-6-4-16,1-6 7 16,2-3 3-16,-6-6 1 15,1 4 9-15,-1-7 5 16,-7-5 0-16,0-5 1 16,-3-8-2-16,-4-1-5 15,2-3-3-15,-3 7-4 0,0 1-6 16,1 3-2-16,-1-2-2 15,8-13 1-15,2-4 3 16,5-12 3-16,2-7 0 16,3-5 3-1,1-1 0-15,5-5 5 0,-1-7 4 16,7-14 7-16,5-6 2 16,12-10-6-16,3 1-3 15,4 5-12-15,-1 4-3 16,-4 12-31-16,0 11-57 0,-4 15-167 15,-2 5-223-15</inkml:trace>
  <inkml:trace contextRef="#ctx0" brushRef="#br0" timeOffset="47447.11">8057 8841 319 0,'2'-5'133'0,"1"-13"-74"0,5 2-26 16,-4 2-4-16,0 1 4 15,-5 3 12-15,0 2 11 0,-1 3 24 16,4 2 12-16,-2 1 16 16,-5-2-2-16,-1 1-19 15,5 2-15-15,-1 0-26 16,-7-2-13-1,-35-8-16-15,23 12-5 0,-1 8-6 16,-2 4-2-16,-2 4 0 16,1 5 0-1,2 4-1-15,1 4-2 0,2 2-2 16,5 0 0-16,2-2 2 16,0-1 4-16,6-4 1 15,-1 0 5-15,4 4 8 16,5 1 3-16,0 4-3 15,2 1-4-15,-1 0-7 16,-2 0-4-16,2-1 0 16,-4-4 1-16,0-2-4 0,1-1 3 15,-3-9 8-15,1-1-5 16,0-9 7-16,-1-8-4 16,3-5-7-16,1-3 2 15,0-4-5-15,2-2 1 16,6 0-3-16,0 0-1 15,3 9 1-15,3 0 2 0,0 6 3 16,-1 7-1 0,-2 1 0-16,0 1-1 0,-2 2-1 15,0-3 2 1,-1-8-1-16,3 5-1 0,2-6-1 16,2 1-5-16,3-2 1 15,1-4-2-15,-4 1 3 16,0-2 2-16,-4 5 2 15,-2 3 0-15,-4 7 0 16,-2 4 0-16,-4 13 0 16,-5 5-2-16,-5 7-5 15,-1 3-2-15,-1 7 3 16,-1-2-2-16,3 10 8 16,0-3 2-16,1-3-3 15,1-3 1-15,2-13 0 0,1-4 0 16,2-10 2-16,1-3 1 15,3-6-5 1,0-1 1-16,2-2 1 0,1-3 0 16,3 0 11-16,2 1 5 15,7 2 2-15,3 2 6 16,10 4-4-16,3-2 0 16,10 0-8-16,2-2-4 15,6-3-3-15,-4-4-4 16,-1-2-70-16,-9-1-139 15</inkml:trace>
  <inkml:trace contextRef="#ctx0" brushRef="#br0" timeOffset="48525.36">8778 8701 797 0,'5'-10'314'0,"2"-9"-213"16,3 1-51-16,-2 4-43 15,-1 5-7-15,-2 5-5 16,-1 4-2-16,0 1 5 16,-2 4 2-16,-1 2 18 15,-1 0 10-15,-1 2 15 16,2 1 6-16,0-4 0 15,1 3-9-15,-2 0-17 16,-1-2-8-16,0 3-9 0,-1-1-2 16,0 0 0-16,2 1-3 15,0 6-1-15,1-3 1 16,2 7 0-16,-1 2 1 16,4-4 4-16,-1 6-3 15,2-5 10-15,3-1 2 16,-2-3 0-16,1-7 2 0,0 0-6 15,0-1-2-15,-1-1-5 16,1 2-1-16,0-1 0 16,1 3 2-1,-3 2 2-15,1 2-2 0,1 7-2 16,-4 3-1-16,0 5-2 16,2 3 0-16,0 1 1 15,4-4 0-15,2-4 2 16,2-8-1-16,-3-6-2 15,5-7 1-15,1-9-1 16,0-7-1-16,5-10 2 16,-3-1 0-16,4-4 0 15,-1 2 1-15,1 5-3 0,-1 0-1 16,-8 12 1-16,-3 4 1 16,-6 11 2-16,-5 6-2 15,-7 10 0-15,-4 4-4 16,-7 14 0-16,0 2-2 15,-1 4-2-15,-4 0 3 16,5-12-1-16,-2-4 2 16,3-10 4-16,11-5 0 15,4-5 0-15,1-2-1 16,9-2-1-16,-4-1-3 16,9 0-8-16,6-1 0 15,5 1-3-15,2 1 3 0,-5 4 10 16,-1 2 3-16,-8 8 0 15,-3 5 0-15,-5 11 0 16,-6-1 8-16,-9 9 13 16,-7-4 8-16,-8 1 18 15,-4-8 4-15,-6-5-6 16,-6-8-8-16,-7-15-32 16,1 1-26-16,-9-20-83 15,6-2-99-15</inkml:trace>
  <inkml:trace contextRef="#ctx0" brushRef="#br0" timeOffset="48824.04">9814 10404 1324 0,'-18'45'500'0,"-25"56"-383"15,-8-5-40-15,-9-12-94 16,-4-8-54-16,-8-23-126 15,9-18-103-15,14-25-159 16</inkml:trace>
  <inkml:trace contextRef="#ctx0" brushRef="#br0" timeOffset="50342.54">11465 8983 413 0,'-6'-1'203'15,"2"-2"-74"1,2-1-67-16,2 2-49 0,7 1-10 16,-6 0-4-16,-1 1-1 15,-1-1 0-15,0 0 3 16,0 0 19-16,0 0 7 15,-5-4 2-15,-5-1 2 0,-27-21-11 16,26 21-3-16,-6 4 3 16,10 3 4-16,-6 4 5 15,3 4-2-15,3 4-10 16,-3-1-7-16,5 5-10 16,1 1 0-16,0 1-1 15,2 1-2-15,3 3-2 16,0 0-2-16,3 2-2 15,-1-1-2-15,1 0 3 0,1 2 7 16,-4 6 18-16,0-4 14 16,-3-2 20-1,0-6 3-15,-3-3-7 0,-3 1-11 16,-4-4-19 0,0-1-8-16,-2-12-9 15,4-1-8-15,-1-8-22 0,0-8-11 16,4-2-12-16,2-2 5 15,7 2 20-15,4 0 13 16,4 2 17-16,3 1 5 16,6 5 5-16,-1 4 2 0,3 8 4 15,-2 0 0-15,1 4-1 16,0-2-2-16,2 0-8 16,4 3-3-16,-6-3-4 15,-10-1-1-15,2 4-4 16,-2 1 0-16,-2 3 1 15,6 1 3-15,-11-1 2 16,0-2 0-16,-2 6-1 16,-4 2 0-16,-3 6-1 15,-5 3 2-15,0 5 0 16,-2 5 2-16,2-1-2 16,-7 3-2-16,2 2-2 15,5-2 3-15,2 1 2 0,10-4 2 16,1-10 0-1,2-4-2-15,2-13 7 0,-1-3 4 16,6-5 12-16,1-1 4 16,9 0-1-16,1 1-1 15,0 2-4-15,4 3 1 16,-4 8 5-16,-1 0 3 0,6 18 5 16,-1 8-2-16,1 5-11 15,1 3-3-15,0-4-15 16,-2-8-9-16,1-12-88 15,-1-10-104-15</inkml:trace>
  <inkml:trace contextRef="#ctx0" brushRef="#br0" timeOffset="51877.72">12285 8960 740 0,'-4'-9'288'0,"-1"-7"-201"16,3-4-46-16,5 4-41 16,5-2-4-16,7-2-5 15,3 2 1-15,10-3 11 0,6 0 12 16,2 7 16 0,3 2 6-16,-2 3 10 0,-5 5-3 15,0 2-4 1,-6 2-8-16,-4 6-14 0,-4 1-11 15,-6 3-8-15,-2 3-1 16,-6 4-7-16,-4 3-1 16,-3 6-1-16,-5 0 0 15,-3 0 10-15,2 0 3 16,0 0 9-16,0 0-1 0,0-1 3 16,4 1-1-16,-2 3-7 15,3-1-1-15,-2 0-3 16,-1 1-1-16,1-1 2 15,1-1 0-15,2-3 2 16,6-2 0-16,-1-6-5 16,3 0 0-16,4 1-2 15,-3-4 0-15,3 5 5 16,1-2 1-16,2-2-3 16,0 3 1-16,1-9-1 15,-1 1 0-15,-1-2-8 0,-1-2-3 16,-2 0-10-1,0-4-3-15,-3 0 8 16,1-1 6-16,-1-1 4 0,-2-2 5 16,1 0 2-16,-2 0 0 15,-2 2 3-15,-1 0-2 16,0 0-2-16,-1-4-1 16,0 0 1-16,1 3 3 0,0 0 0 15,0 1 2 1,0 0-4-16,-8-2 3 0,-6 3-4 15,-29 19-3-15,28 1-1 16,-3 1-1 0,3 2 5-16,1 0 1 0,6-4 4 15,-1-3-2-15,9-3 0 16,-2-2-1-16,9 0-3 16,5-1-5-16,1-1-13 15,6 0-4-15,1-1 0 16,3 2 4-16,4 2 14 15,3 1 4-15,1 5 1 16,1 3 0-16,0 7 1 16,-4 6 1-16,-3 8 5 15,-4 4 1-15,-9 1 6 16,-8-6 6-16,-14-3 12 0,-12-7 8 16,-12-6 5-16,-3 1-2 15,-12-7-5-15,1 0-7 16,-6-2-13-16,0 0-6 15,-2-8-4-15,2-1 1 16,0-13-28-16,3-6-34 0,5-12-167 16,5-12-132-16</inkml:trace>
  <inkml:trace contextRef="#ctx0" brushRef="#br0" timeOffset="52728.4">13036 8727 819 0,'3'-3'353'0,"9"-5"-174"0,1-2-103 0,9 4-60 16,3 0-7-16,7 1-10 0,5 5-3 16,9 1 4-1,1 4 2-15,12 3 14 0,-2 0 9 16,-12 1 10-16,-1 5-1 15,-22 0-9-15,-7 2-10 16,-5 15-10-16,-5 4-2 16,-3 19-2-16,-1 9 2 15,5 17-1-15,2 10 0 16,5 10-2-16,1 7 0 0,-5-10 0 16,4-6 3-16,-3-7-1 15,0-9 2-15,-4-23 23 16,0-2 3-16,-5-16 7 15,-1-4-1-15,-2 1-24 16,-1-11-5-16,0 2-7 16,6 1 1-16,3 1-1 15,3 3 2-15,3-5-1 16,-2-1 0-16,-3-2 8 16,1-3 4-16,-4-3 23 15,0-4 11-15,-6-2 20 0,-7-3 6 16,-12-3 2-1,-12-1-6-15,-22-5-22 16,-16-6-10-16,-22-7-47 16,-9-3-46-16,-10-1-135 15,-1 1-140-15</inkml:trace>
  <inkml:trace contextRef="#ctx0" brushRef="#br0" timeOffset="53413.1">8337 9803 1088 0,'1'11'443'0,"2"8"-286"0,0 0-65 16,0-2-85-16,-2-4-65 16,-4-9-244-16</inkml:trace>
  <inkml:trace contextRef="#ctx0" brushRef="#br0" timeOffset="53775.94">8658 9775 837 0,'-7'6'352'15,"-6"1"-196"-15,3 8-56 16,1 3-55-16,4-3-15 16,6-4-70-16,-2-7-55 0,6-10-202 15</inkml:trace>
  <inkml:trace contextRef="#ctx0" brushRef="#br0" timeOffset="54100.14">8836 9786 1277 0,'-3'9'447'0,"-2"9"-457"16,2 1-160-16</inkml:trace>
  <inkml:trace contextRef="#ctx0" brushRef="#br0" timeOffset="55052.53">11742 9713 570 0,'1'0'323'0,"2"2"-58"16,1-2-67-16,2-4-103 16,1 2-31-16,-7 1-55 15,0 0-40-15,0 1-120 0,6 2-68 16</inkml:trace>
  <inkml:trace contextRef="#ctx0" brushRef="#br0" timeOffset="55316.2">12039 9764 571 0,'0'0'229'16,"5"9"-139"-16,-1-9-224 15,0 0-89-15</inkml:trace>
  <inkml:trace contextRef="#ctx0" brushRef="#br0" timeOffset="55520.47">12315 9782 1333 0,'-2'-3'370'16,"-10"-12"-512"-16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937" units="cm"/>
          <inkml:channel name="Y" type="integer" max="1740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2632" units="1/cm"/>
          <inkml:channelProperty channel="Y" name="resolution" value="1000.1149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9-14T06:33:30.5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20188 12424 347 0,'-9'5'146'0,"-5"6"-78"0,8-4-54 16,-2-5-10-16,2 1-18 0,-4-3-4 16,-4 0-2-16,2-1 4 15,-1 1 16-15,5 0 11 16,-1 3 31-16,3 4 16 16,1 3 33-16,2 2 10 15,5 1 15-15,0-2 1 16,9-3-9-16,-5-2-10 0,1-6-29 15,3-4-13-15,-2-10-20 16,6-6-5 0,-1-5-13-16,1 0-5 15,4 2-8-15,-3 2-3 16,3 9 7-16,-6 3 1 16,-1 7 8-16,1 2 3 0,-2 5 1 15,0 2-3-15,3 5 0 16,-1 1-4-16,3 2 0 15,0 0 1-15,5-1 4 16,0-1 2-16,3-4 2 16,0-1 0-16,4-2-3 15,0-1-2-15,3-4-1 16,2-1-2-16,-4-3-1 0,-2-2-1 16,-2 0 4-16,1 2-1 15,-1-1-2-15,1 0-3 16,-2 0-5-16,-1-3-3 15,-3 1 2 1,1-2 3-16,-2 2 9 16,-2-1 6-16,2 4 8 0,0 1 1 15,2 2-8-15,2 0-4 16,2 3-10-16,3 0-2 16,3 0-8-16,-2 1 1 15,-5-4-1-15,6 1 0 0,-1 1 2 16,-5 0 2-16,6 3-1 15,-12-2 2-15,0 0 1 16,0 3-3-16,3 0 1 16,1 1-2-16,0-6 2 15,5-1-2-15,-4-6 2 16,-1-1 0-16,2-1 0 16,0 1 0-16,5 4-3 15,2 3 0-15,1 1-1 16,-6 1 1-16,6 4 0 15,-7-2 0-15,-2 1-1 16,0-3 0-16,-9-2 2 16,-1-2 0-16,-2-3 3 15,5-1 1-15,-3-2 0 16,2 2 0-16,2-2-4 16,-5-2-2-16,2 6 2 0,3 0-5 15,3 9 3-15,5 8-1 16,4 9-2-16,2 5 2 15,1 6 0-15,-1-1 1 16,5-6-1-16,-5-11 3 16,0-16-3-16,-2-11 0 15,-6-13 6-15,4-1-2 0,2-3 3 16,4 0-1-16,-2 6-3 16,2 4-3-1,-7 11 1-15,3 7-3 0,1 9-1 16,-3 6 3-16,5 4 0 15,-2 0 0-15,2-4 2 16,0-6-3-16,0-4 1 16,1-4 2-16,-5-6 2 15,3 1 3-15,-8 0 7 16,2 2 4-16,-2 4-5 16,-8 2-7-16,-1 1-48 15,-7-1-60-15,-9-11-247 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937" units="cm"/>
          <inkml:channel name="Y" type="integer" max="1740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2632" units="1/cm"/>
          <inkml:channelProperty channel="Y" name="resolution" value="1000.1149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9-14T06:35:32.1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26997 6900 531 0,'-7'-3'1'0,"-10"-3"-9"0,-5-2-9 0,-4-5-19 0,3 5-4 0,2 0 12 0,1-1 11 16,5 6 52-16,-5-6 33 0,4 7 55 0,7 2 22 0,-4 0 14 16,9 4-7-16,1-7-25 15,-2 1-17-15,11-5-35 16,5 1-12-16,13-3-20 16,6-1 5-16,9-1 8 15,5 2-3-15,15 16 2 16,12 6-6-16,22 5-11 15,10 2-2-15,10-1-10 16,4-1-6-16,2-5-8 16,-5-5-3-16,-11-8-1 15,-11-3-5-15,-21-2-26 16,-13-6-43-16,-15-6-177 16,-8-7-214-16</inkml:trace>
  <inkml:trace contextRef="#ctx0" brushRef="#br0" timeOffset="467.34">27397 6974 538 0,'3'11'307'0,"1"5"-67"15,2 2-92-15,2-1-33 16,2-1-42-16,0 6-12 16,0 11-13-16,0 8-7 15,-4 21-19-15,-3 6-9 16,-5 10-14-16,-4 0-15 15,-5-7-32 1,3-3-22-16,-3-19-97 16,2-6-86-16</inkml:trace>
  <inkml:trace contextRef="#ctx0" brushRef="#br0" timeOffset="732.59">26912 7650 804 0,'10'-2'351'0,"15"-3"-138"15,10 1-120-15,12 3-45 0,6 1-9 16,9 5-26-1,3 4-9-15,10 2 1 0,-1-1 0 16,-3 1 7 0,1-1 7-16,-3-5-3 15,2-4-2-15,-2-1-36 16,-3-5-46-16,-16-10-198 0</inkml:trace>
  <inkml:trace contextRef="#ctx0" brushRef="#br0" timeOffset="1018.94">27996 7561 166 0,'5'-5'55'15,"4"-7"-89"-15</inkml:trace>
  <inkml:trace contextRef="#ctx0" brushRef="#br0" timeOffset="1447.76">28046 7542 450 0,'3'-1'274'0,"4"-1"-33"16,0-1-30-16,1-4-70 16,-1 1-27-16,5-2-30 15,-3 2-16-15,-1 2-33 16,0 2-13-16,-8 5-15 15,0 4-4-15,-2 7-1 16,-5 7 4 0,4 9 3-16,3 6 5 0,1 13 15 15,4 6 8-15,-2 13 14 16,2 0 2-16,4-2 3 16,1-6-2-16,-2-19-8 15,-3-9-2-15,-2-14-17 16,4-7-5-16,1-6-17 15,-2-5-4-15,1-16-2 0,-2-3-1 16,4-19 4-16,-4-4-1 16,11-9-1-16,1-1-2 15,-4 5-1-15,10 5 0 16,-4 18 3-16,0 11 0 16,4 15 0-16,-3 12 1 0,-5 17-3 15,-4 8 0-15,-9 19 1 16,-2 0 0-16,-6-3 2 15,1-8-11-15,0-18-64 16,1-9-48 0,3-21-238-16</inkml:trace>
  <inkml:trace contextRef="#ctx0" brushRef="#br0" timeOffset="2335.23">28884 7341 607 0,'6'-28'361'0,"4"-25"-63"0,5-2-129 15,1 1-59-15,-2-1-64 16,0 2-16-16,-3-5-22 16,-1-7-4-16,-3-4-2 15,-1 0-2-15,-3 2 2 16,-3 7-2-16,-4 9 0 16,-4 8-3-16,-2 15-1 15,2 11 0-15,-4 14 5 16,-3 9 2-16,-1 15 2 15,0 7 2-15,-1 16-6 16,2 14 4-16,2 19-5 0,1 14 2 16,2 10-8-1,5 4-6-15,3 6-3 0,-1 3-3 16,0 0 9 0,-1-5 5-16,4-8 3 0,0-9 2 15,4-6 4-15,-8-4 2 16,0-10 3-16,0-8-1 15,-1-9-1-15,4-3-4 0,-3-5-4 16,4-4 2-16,-5-11-8 16,1-10 0-16,2-17-12 15,-4-4-5-15,3-9-5 16,-5-9-4-16,-1-8-14 16,6-6-12-16,-4-6-30 15,2 1-19-15,3-8-15 16,-6-4-4-16,4-10 11 15,-1-2 18-15,-6-11 35 16,-6 0 22-16,3 3 28 16,-2 3 10-16,2 22 30 15,9 8 21-15,-2 18 44 16,5 9 15-16,2 10 8 16,-4 7-7-16,12 13-25 15,-3 3-10-15,9 10-31 0,10 5-12 16,-7 0-17-16,11 4-2 15,-3-10 9-15,1-7 2 16,4-16-4-16,-4-8-10 16,1-8-95-16,-3-5-97 0</inkml:trace>
  <inkml:trace contextRef="#ctx0" brushRef="#br0" timeOffset="3397.67">29360 7617 1023 0,'0'1'381'0,"-6"-1"-298"0,-2-4-59 16,-6-4-51-16,-5-3-16 15,-10-2-6-15,-1 0 7 16,1 3 25-16,2 3 8 0,-1 7 12 15,-3 4 7 1,-5 10 15-16,3 4 7 0,5 11 3 16,10 8 3-1,10 9-8-15,3 11-2 16,5 3 0-16,2 3 3 0,3-9 8 16,0-13 4-16,4-15 6 15,2-10-6-15,1-11-20 16,3-5-8-16,-2-7-13 15,2-6-3-15,5-6 4 16,-4-7-1-16,2-2 0 16,-3-3 1-16,-5 0-5 15,5 3 2-15,-2 6 0 16,-1 9 0-16,2 4 0 0,-11 1 2 16,7 4-7-16,-8-3 3 15,1 6 1-15,4 5-2 16,-5 1 5-16,5 9-1 15,-4-1 2 1,2-3 0-16,-1-1-3 0,-4-1-3 16,3-1 3-1,-2 1 1-15,4 2-2 16,0 1 1-16,-3 9-3 0,1 4-3 16,-5 8 5-16,-2 3 1 15,2 3 1-15,-3 1 2 16,4-5 7-16,-1-5 2 0,2-12 5 15,0-5 4-15,0-6-13 16,2-5-6-16,1-4 0 16,4-5-3-16,1-11 1 15,3-1 3-15,3-10-5 16,1-4 0-16,4-2 2 16,-1-1-1-16,4 1 2 15,1 2 0-15,1 7 4 16,3 6-5-16,-1 9 4 15,-2 1-4-15,-2 5-1 0,0 4 3 16,-6 4-2-16,-1 9 5 16,-5 10-2-1,-4 5 1-15,-2 6 1 16,-3-1-1-16,-1-1 13 0,-4-2 2 16,-7-5 1-1,4 0 2-15,7-7-9 0,-2-4-7 16,2-7-6-16,1-2-6 15,-1-3-6-15,8-4 2 16,0-3 3-16,5-2-4 0,-8-1-9 16,-2 1-10-16,-3 4-37 15,-4 0-20-15,2 3-107 16,-7-2-160-16</inkml:trace>
  <inkml:trace contextRef="#ctx0" brushRef="#br0" timeOffset="4169.54">30197 6391 1184 0,'-2'9'438'0,"-9"15"-339"0,9 14-51 0,-8 11-49 16,-3 6-13-16,-6 6-24 16,-5 5-8-16,-6 3 5 15,-2 8 14-15,6-1 23 16,0-4 5-16,10 6 14 15,5-6 5-15,2 14 8 16,4 5 3-16,5 3-5 16,-6 2-4-16,2 1-6 15,1-3 0-15,-6-3 0 16,7-8-2-16,-4-20-2 16,2-8 1-16,-3-21-6 15,0-6 0-15,0-12-7 16,0-4-5-16,5-7-9 15,0-3-2-15,1-2 4 16,1 1-1-16,-1-1 5 16,1 0 4-16,0 0 0 0,0 0 0 15,0 0 3-15,-1 0-3 16,0 0-9-16,0 0-8 16,0 0 0-16,-1 0 1 15,1 0 11-15,0 0 6 16,0 0 1-16,1 0 1 0,0 2 1 15,0-1 1-15,0 0-2 16,0-1 1-16,0 0-6 16,0 0-9-1,-1 0-17-15,0-1-14 16,0-8-14-16,-2-21-4 0,-6-71-8 16,4 28 2-16,2-8 12 15,0 1 13-15,1 16 29 16,2 13 18-16,1 23 34 15,0 10 15-15,2 16 17 16,3 7 4-16,0 13-4 16,5 7-2-16,4 13-1 15,2 2 0-15,9 1-2 16,4-7-4-16,19-11-12 16,2-12-9-16,5-11-31 15,-4-10-42-15,-25-18-190 0,-10-5-226 16</inkml:trace>
  <inkml:trace contextRef="#ctx0" brushRef="#br0" timeOffset="4765.6">29646 7955 596 0,'4'5'289'0,"-7"-1"-99"16,2 1-104-16,2-1-76 16,-6-3-13-16,6-3-13 15,-1 1 2-15,0-1 8 16,1-12 8-16,20-36 20 15,7 28 8-15,-1-2 7 16,8 4 4-16,-5 5-11 16,-3 7-10-16,-5 13-14 15,-2 10-10-15,-8 13-18 16,-2 5-7-16,-5 11-5 16,-4 1-7-16,-3-4-66 15,-3-6-62-15</inkml:trace>
  <inkml:trace contextRef="#ctx0" brushRef="#br0" timeOffset="5284.19">30471 7604 1085 0,'2'-2'419'15,"6"-5"-309"-15,5 2-57 16,13 1-48-16,10 1-10 16,7 3 1-1,4 3 1-15,7 7 3 0,-3 1 1 16,6 4-1-16,1 2-1 16,-4-1-15-16,-3 0-11 15,-8-2-33-15,-5-2-17 16,-20-12-70-16,-2 0-100 0</inkml:trace>
  <inkml:trace contextRef="#ctx0" brushRef="#br0" timeOffset="5735.95">31145 7250 984 0,'-3'3'360'0,"0"8"-296"0,-2-5-41 0,-3 4-45 15,0 0-18 1,-1-1-8-16,1 1 2 0,2 3 27 16,5 3 15-16,1 0 17 15,5 6 7-15,10-8 5 16,5 4-2-16,15-6-1 16,1-3 1-16,10 3 4 15,-3-7 12-15,-6 5 5 16,-6-1-1-16,-12 4 9 15,-13 7 1-15,-23 9-6 16,-16 8-2-16,-24 12-21 16,-11 4-16-16,-6 2-16 15,0 1-21-15,4-6-92 16,9-3-109-16</inkml:trace>
  <inkml:trace contextRef="#ctx0" brushRef="#br0" timeOffset="11086.68">31917 7135 444 0,'4'1'252'15,"3"2"-28"-15,0 1-115 0,0 0-27 16,-4 5-29-1,-1 5-14-15,-12 10-22 0,-5 10-5 16,-10 5-7-16,2 4-3 16</inkml:trace>
  <inkml:trace contextRef="#ctx0" brushRef="#br0" timeOffset="11280.66">31828 7502 1151 0,'17'15'393'0,"9"0"-375"0,8-1-2 0,-3 0-8 16,4 2-3-16,-6 1-2 15,-1 1 1-15,-8 2-5 16,-1-1 2-16,-6 3 1 16,-2-3 0-16,-5 1 1 15,-1 1-2-15,-3-11 2 16,-1 0 1-16,-5-10 13 16,0 2 0-1,-12 7 1-15,-5-4-5 0,-15-1-9 16,-14 1 0-16</inkml:trace>
  <inkml:trace contextRef="#ctx0" brushRef="#br0" timeOffset="11362.58">31753 7823 1129 0,'-18'6'420'0,"1"3"-294"16,-20 1-152-16,14-7-53 15,0-6-38-15,5-16-158 16,10-5-119-16</inkml:trace>
  <inkml:trace contextRef="#ctx0" brushRef="#br0" timeOffset="11662.66">32022 7106 995 0,'4'16'367'0,"2"15"-289"16,14-1-41-16,5-4-32 15,-4-13 2-15,10-9-7 16,4-3 0-16</inkml:trace>
  <inkml:trace contextRef="#ctx0" brushRef="#br0" timeOffset="11711.82">32411 7156 993 0,'31'-13'366'0,"12"-1"-357"0,28-14-246 16</inkml:trace>
  <inkml:trace contextRef="#ctx0" brushRef="#br0" timeOffset="12481.02">32814 6974 552 0,'5'0'240'0,"5"4"-118"0,1 1 3 0,0 3-8 16,5-2-17-16,5-2-38 15,6 0-18-15,6-3-27 16,0 0-4-16,1 2-4 16,-4 0 1-16,-1 4 10 15,-6 4 1-15,2 6 7 16,-4 1-3-16,-10 7-9 0,-6 6-7 15,-23 12-7 1,-9 8-1-16,-12 16 2 0,-1 1 2 16,-4-3 5-1,-3-6 7-15,4-18 11 0,4-4 0 16,12-12-1-16,10-5-9 16,7-2-7-16,4-1-1 15,6 1-2-15,3 5 3 16,7 6-1-16,2 2 1 15,2 8-1-15,3-2-1 0,2-5-7 16,-5 0-2-16,5-11-33 16,3-11-26-16,-7-10-74 15,8-9-68-15,3-23-191 16</inkml:trace>
  <inkml:trace contextRef="#ctx0" brushRef="#br0" timeOffset="12764.21">33403 7985 1159 0,'-4'6'420'0,"4"11"-341"0,0 1-61 0,-14 4-27 16,-5 8-11-16</inkml:trace>
  <inkml:trace contextRef="#ctx0" brushRef="#br0" timeOffset="12814.29">33126 8497 1163 0,'-72'110'381'0,"-9"-11"-417"16</inkml:trace>
  <inkml:trace contextRef="#ctx0" brushRef="#br0" timeOffset="12852.28">32643 8903 338 0</inkml:trace>
  <inkml:trace contextRef="#ctx0" brushRef="#br0" timeOffset="17794.48">32623 7108 224 0,'-2'-2'111'0,"-8"-2"-41"0,0 2 1 16,5 3-10-16,-12 2-10 15,3 1-15-15,4 1-4 16,-8 0-12-16,8-1-4 16,5-1 3-16,-6 0 6 15,11-2 18-15,-4 0 11 0,1 0 16 16,5-1 0-16,-5 0 0 16,3 0-5-16,0 0-6 15,-1 0 1-15,-1 0-17 16,1 0-7-16,-5 3-11 15,-18 4-7-15,-34 28-8 16,27-29-1-16,0-1-5 16,8 1-3-1,6-2 8-15,-4 0 0 0,4-4 8 16,-3-3 7-16,-2-5-6 16,1-5-1-16,-1-4-8 15,2 0-8-15,-7-1 3 16,-3 4-3-16,-1 5-1 15,2 4 3-15,3 4-5 16,8 1 0-16,2 1 4 16,-2 2-3-16,9-1 2 0,0 2 0 15,3-3 2-15,1-1 7 16,0 2 11-16,-1-2 4 16,-3 0-6-16,3 1-2 15,-4 0-9-15,1 4-5 16,2 1 3-16,-3 2-1 15,3 1-4-15,-3-2 1 0,6 2-2 16,1 0 0 0,2 3 6-16,1-1 1 0,0 1 2 15,0 3-1 1,-1 5 0-16,-2 2-3 0,-2 13 2 16,0 3-1-16,-4 9-2 15,-1 6 1-15,-4-4-5 16,-3 0 1-16,2-4 1 15,2-3 2-15,6-5 11 16,1-8 0-16,6-9-2 16,2-5 0-16,2-11-9 15,6-4-1-15,3-13-3 16,2-7 2-16,2-5-1 16,-3 0 3-16,-4 0-1 0,-1 5-2 15,-1 4 0-15,1 4 0 16,1 8 1-16,5 2 0 15,2 4 0 1,5 4-3-16,2 3 1 0,-2 2-2 16,3 0 0-16,-4-1 4 15,-3 0-1-15,-2-1 1 16,-3 4 0-16,-5 2-2 16,1 4 0-16,0 4 2 15,-1 5-2-15,-6-4 4 16,-2 6-1-16,-5 0-3 0,-3-4 5 15,-3 3 5-15,-3-8 11 16,-2-6 2-16,-16-4-4 16,-1-3-4-16,-11-5-8 15,-3 3 0-15,-2-3-2 16,2-4-5-16,1-2-2 16,4-5-1-16,10-2-12 15,0 6-9-15,11-2-48 16,4 1-42-16,8 3-154 15,7-12-172-15</inkml:trace>
  <inkml:trace contextRef="#ctx0" brushRef="#br0" timeOffset="19009.48">32811 7240 421 0,'-2'1'212'0,"-5"-2"-78"0,0 0-41 0,-1-9-47 16,-2-3-23-16,2 0-16 16,-2-1-1-16,5 0 6 15,2 1 1-15,3-1 10 16,3 2 11-16,3 3 12 16,5 0 5-16,2 0 0 15,2-1-10-15,6 1-11 16,1 1 1-16,0 0 11 15,0 1 4-15,-4 3 10 16,5 0-5-16,-5 1-14 16,-2 3-6-16,-5 3-16 15,7 3-6-15,-13 2-4 16,3 1 1-16,-7 0-4 0,-6 1 0 16,17 3-3-16,-3 1 0 15,7 2 4-15,-4 0 4 16,-10 1 4-16,2 0 2 15,-1 4-5-15,-3 1-1 16,-2 4-5-16,-2 0-1 16,-2-5 2-16,2 2 0 15,-13 3 0-15,1-3 0 16,-4 6 0-16,-7 1-2 16,15-6-1-16,1 2-1 15,7-7 1-15,4-4 0 0,-3-4 0 16,-6-2 2-16,-9-1-2 15,-5 1 2-15,-5 3 1 16,-2 4-2-16,1 2 2 16,-2 1-3-16,3 6-1 15,-2 1 0-15,4-2 1 16,-1 4 1-16,4-8 1 16,3 0-2-16,0-3-1 15,0-5 1-15,4-5-1 16,-3-3 3-16,11-4-1 0,3-1-1 15,2 2 1-15,3 0-1 16,-1 0 3 0,0-2-3-16,0 0 0 0,1 0 2 15,0-1 0-15,1 1 5 16,14-3 0-16,32 3-1 16,-26 12 2-16,0 1-2 15,-1 10 2-15,-3-3 1 16,-1 6 17-16,0 2 9 15,-3-6 3-15,0 4 2 0,-2-9-17 16,-1 1-12-16,-4-6-3 16,0-5-8-16,-1-6 0 15,2-2-24-15,5-11-106 16,3-4-107-16</inkml:trace>
  <inkml:trace contextRef="#ctx0" brushRef="#br0" timeOffset="54265.57">26765 8547 492 0,'3'-3'245'0,"2"-5"-64"15,3-5-98-15,3 0-60 16,3-1-5-16,9 3-3 15,-9 2-5-15,3 4 3 0,0 4 10 16,1 2 32 0,17 4 15-16,13 7 16 0,15 1 5 15,30-1-32-15,7-3-18 16,5-7-28 0,-4-3-14-16,-12-6-94 0,-4-3-77 15,-8-5-201-15</inkml:trace>
  <inkml:trace contextRef="#ctx0" brushRef="#br0" timeOffset="54637.5">27390 8539 883 0,'8'11'365'0,"7"17"-226"0,3 8-47 15,-7 16-59 1,-5 10-14-16,-9 11-17 0,-8 4 0 16,-8 7-3-16,-7-6 1 15,0 2-1-15,4-5 2 16,1-11 2-16,8-10-6 0,13-29-115 16,-2-15-106-16</inkml:trace>
  <inkml:trace contextRef="#ctx0" brushRef="#br0" timeOffset="55638.57">28001 9044 278 0,'2'-1'178'0,"4"-1"5"0,-3 2-88 15,1-3-17-15,-2 4-30 16,-2-1-14-16,0 0-24 15,-1 0-1-15,0 0-3 16,-1 0-4-16,0 4 0 16,-1 3-1-16,1-4 6 15,1-1 10-15,0-2 29 16,-1 0 9-16,1 0 8 16,0 0-7-16,0-1-26 15,0 0-11-15,0 0-14 0,1 0-3 16,0 0-1-16,0 0-1 15,0 0-1 1,0 0-1-16,0 0 1 0,0-1 1 16,0 2 15-16,0 0 12 15,0 0 11-15,0 0 6 16,0 0-9-16,0 0-13 16,0 0-14-1,0-1-2-15,0 0-4 0,0 0 0 16,-1 0-2-16,0 0 2 15,0 0-1-15,0 0 0 16,0 0 0-16,-1 0 0 0,1-1 2 16,0 1 1-16,-2-4 2 15,0 1 1-15,-2-2 1 16,-1 2 2-16,-34-27 0 16,27 28-3-16,0 3-1 15,-2 0-4-15,0 7-1 16,3 5-1-16,-1 9-5 15,5 8 2-15,0 7-4 16,0 8 2-16,3 16 1 16,-1 0-1-16,6 5 5 0,4-6 1 15,3-19-1 1,4-4 3-16,4-18-2 0,5-10 1 16,6-13 1-16,2-7 2 15,5-16 1 1,3-8-1-16,3-14 2 0,3-4-6 15,-3-7-1-15,-6 6 4 16,-13 7-4-16,-17 7 3 16,-11 17-5-16,-7 3-18 0,-20 15-36 15,-1 6-28-15,-10 11-37 16,-1 8 4-16,10 5 0 16,6 8-5-16,10-5-71 15</inkml:trace>
  <inkml:trace contextRef="#ctx0" brushRef="#br0" timeOffset="57065.04">28619 9028 611 0,'-13'-1'299'0,"-20"-1"-121"0,-2 0-44 0,-5 5-88 15,0 3-21-15,-2 11-24 16,4 5-4-16,0 8-5 15,5 6-3 1,11 10 0-16,6 6 3 0,9 6 3 16,7 1 3-16,9-12 3 15,0-6 0-15,18-22 14 16,0-10 6-16,4-15 9 16,2-12 6-16,0-17-9 15,0-6-1-15,3-17-15 16,-2-5 0-16,4-4-6 15,-11-2-2-15,-1 5 0 16,4 0-2-16,-13-2 4 16,9 7-5-16,-11-2 3 15,-6 4-3-15,-2 14 1 16,-5 5 0-16,-2 21-1 0,-1 8-1 16,-3 15-11-16,-2 9 3 15,-8 17-6-15,4 14 4 16,-9 16 10-16,2 9-2 15,6 9 3-15,-2-2 1 0,11 1-3 16,-2-2 5 0,11-7 0-16,1-12-3 0,4-17 6 15,3-13-6 1,-2-16 3-16,4-3-1 0,-1-15 0 16,8 1 0-1,2-8-2-15,-2-6 4 16,3 2-4-16,-6-5 2 0,-3 2-1 15,2 5 1-15,-5-2 2 16,-1 0 4-16,-3 0 3 16,-3 3-6-16,-3 3 3 15,-2 1-5-15,-2 4-2 16,-2-2 6-16,-1 7-4 16,0-1 5-16,-1 1 3 15,0 0-4-15,2 0 11 16,0 0 0-16,0-1 1 0,0 1-1 15,0 0-10-15,0 0 0 16,-1 0-4-16,1 0 1 16,0 1-1-16,1 0 1 15,0 0-1-15,0 0 1 16,-1 0 0 0,0 0-1-16,0 0 2 0,0 0-4 15,0-1 2-15,0 0-4 16,0 0 3-16,-3-9 0 0,1 0-1 15,-9-22 2 1,9 32 0-16,-2 2 0 0,-2 8 0 16,-2 2-4-16,-3 12 0 15,-5 0-5-15,-1 20-10 16,-2 6-2-16,-1 8-5 16,-3 8 3-16,7-5 2 15,6-3 4-15,9-11 6 16,8-10-1-16,8-16 11 15,-4-10 1-15,7-15 1 16,1-8 3-16,5-17-2 16,8-10-2-16,1-12-2 15,0-6-1-15,6-12-3 16,-1 0 3-16,1-5 0 0,-2 1-1 16,-4 7 3-1,-6-2-3-15,2 3 3 16,-5-4-3-16,-11 2 0 15,-11-4 0-15,-13 7 0 0,-6 9-2 16,-2 17 1-16,5 16 0 16,0 17-2-16,3 9 1 15,-1 16 2-15,1 10-1 0,4 15 1 16,-2 5 2-16,5 8-1 16,5 7-2-16,1 4 0 15,3 2-1-15,4 1-1 16,3-4 4-16,2-11 3 15,2-3-2-15,6-11-2 16,-9-10 0-16,1-5-1 16,4-11 0-16,-3-7 2 15,-1-2-1-15,-2-9-1 16,-6-4 0-16,3-4 1 16,-2-7-2-16,7-8-9 15,0-2-7-15,-5-17-15 16,8 1 0-16,-2-11 8 15,5-4 5-15,7-3 10 16,-1-3 8-16</inkml:trace>
  <inkml:trace contextRef="#ctx0" brushRef="#br0" timeOffset="57752.17">29423 8727 934 0,'8'-23'351'0,"-1"0"-235"0,5-21-112 0,-8 14-1 0,-4 4 6 16,-2 12 2-16,-4 6 5 15,-4 11-3-15,1 4-3 16,-2 11 0-16,-1 3-5 15,3 4 3-15,0 5 0 0,3 9-1 16,-1-2-3-16,1 11 1 16,2 5-3-1,-1 4 0-15,0 4 0 16,3 4 3-16,-1-1 2 0,1 11-3 16,-3 3 3-16,1-4-7 15,2-5 0-15,3-19 0 16,4-9 0-16,7-18 11 15,1-7 2-15,4-16 6 16,5-7 0-16,4-11-6 16,2-8-7-16,11-8-1 15,-1-6-4-15,-2 0 1 16,6-2-2-16,-8 0 1 16,-8 0 0-16,-5 1-2 15,-3 6 2-15,-17 5-1 0,-2 4-1 16,-5 6-4-16,-6 1-2 15,2 6-3-15,-1 4 1 16,-8 7 5-16,0 2-1 16,4 13 2-16,0 5 3 15,5 9-2-15,-1 6 2 16,10 9 0-16,-4 8 0 0,8 6 1 16,-2 0-1-1,2-1 0-15,8-6 0 16,4-7 1-16,2-8-1 15,-6-13 1-15,2-7 1 0,-3-11 1 16,3-4 4-16,10-5 6 16,-1-6-3-16,1-8 0 15,-3-1-4-15,-6-4-6 16,-3 0 2-16,-5-4-2 16,-1-5 0-16,-4 0 0 15,1 2 0-15,-1-2 0 16,-1 8-1-16,5 0-3 15,-1 0 1-15,4 8-1 0,0 0 0 16,0 7 2-16,2 4 0 16,-3 2 2-16,-1 3 0 15,1 5-1-15,-3 1 3 16,0 12-1-16,2 3 3 16</inkml:trace>
  <inkml:trace contextRef="#ctx0" brushRef="#br0" timeOffset="57945.49">29903 9464 1232 0,'2'20'408'0,"3"19"-407"0,0-16-1 16,1-7 1-16,0-10 4 16,-1-7-2-16,-1-11 2 15,-2-6-1-15,0-14-2 16,2-4 0-16,2-3-1 16,3-4-1-16,11 9-4 15,2 3 0-15,8 8-3 16,5 6-2-16,-10 3-18 15,1 5-16 1,-5 9-61-16,-10-5-69 0,2 6-181 16</inkml:trace>
  <inkml:trace contextRef="#ctx0" brushRef="#br0" timeOffset="58270.48">30557 9165 1112 0,'11'16'444'0,"16"8"-285"15,10 5-97-15,3-11-63 16,1-4-15-16,-6-8-29 16,-3-6-21-16</inkml:trace>
  <inkml:trace contextRef="#ctx0" brushRef="#br0" timeOffset="58343.25">30862 9239 809 0,'4'-5'210'0</inkml:trace>
  <inkml:trace contextRef="#ctx0" brushRef="#br0" timeOffset="58570.35">30955 8815 971 0,'22'26'418'0,"6"13"-163"0,12 9-228 16,3 1-21 0,-5 0-11-16,-6 1-7 15,-4-1-10-15,-7 3-1 16,-15-5 9-16,-5 1 9 0,-19-3 16 16,-9 0 4-1,-10-5-1-15,-4-2-3 16,-11-11-10-16,0-3 3 0,1-10-9 15,5-3-15-15,18-5-69 16,5-6-88-16</inkml:trace>
  <inkml:trace contextRef="#ctx0" brushRef="#br0" timeOffset="60207.5">31894 8762 624 0,'1'14'289'16,"-3"-1"-117"-16,-1 16-114 0,-4 1-29 15,-7 3-50 1,1 10-20-16,-5 0-9 0,-2 0 7 16,6-5 65-16,3-8 29 15,10-11 23-15,7-7-2 16,8-5-31-16,5-6-11 16,7-1-4-1,2-4 1-15,8 2-1 16,5 1-3-16,-1 2-5 0,6 5 6 15,-13 6 1-15,-11 2 5 16,-7 11 2-16,-12 7-6 16,-8 4 1-16,2 11 5 0,-22-1 7 15,-3-2 4-15,-8-3-1 16,-3-6-9-16,-1-6-14 16,-2-6-8-16,3-8-12 15,-5-4-4-15,4-9-11 16,3-1-7-16,-5-5-16 15,12-4-12-15,1-3-29 16,5-3-23-16,11-8-97 16,1-1-79-16</inkml:trace>
  <inkml:trace contextRef="#ctx0" brushRef="#br0" timeOffset="60460.6">31988 8714 841 0,'17'1'297'0,"8"0"-248"0,10-3-40 0,-1 1-6 15,-4 1-1-15,5 1-5 16,-3 4-9-16</inkml:trace>
  <inkml:trace contextRef="#ctx0" brushRef="#br0" timeOffset="61029.37">32725 8484 735 0,'0'7'297'16,"1"3"-163"-16,-2 6-166 16,0 1-12-16,-5 2 3 15,1 0 9-15,-1 1 49 16,0 1 14-16,1 2 8 15,-2 1 2-15,-1 10-15 16,-3 12-8-16,-10 11-9 16,-3 10-2-16,-4 8-2 15,-1 0-3-15,1 15-2 16,2 6-3-16,-1 1-5 16,2-3 0-16,11-20 17 15,1-17 17-15,10-26 23 0,5-11 5 16,11-20-15-16,7-9-11 15,8-18-17-15,8-8-4 16,-1-12-2-16,2-8-9 16,-3-3-20-16,-7-1-11 15,-4 12-18-15,-8 10-1 16,-9 19-26-16,-6 15-7 16,-16 28-6-16,-6 18 2 15,-8 23 21-15,-7 8-16 16</inkml:trace>
  <inkml:trace contextRef="#ctx0" brushRef="#br0" timeOffset="61879.96">29648 10492 1233 0,'4'11'418'0,"3"8"-437"15,6-4-95-15,1-13-262 16</inkml:trace>
  <inkml:trace contextRef="#ctx0" brushRef="#br0" timeOffset="62052.77">29757 11082 779 0,'6'5'373'0,"0"7"-64"15,3-18-479 1,-1-10-153-16</inkml:trace>
  <inkml:trace contextRef="#ctx0" brushRef="#br0" timeOffset="62258.29">29884 11659 1259 0,'-10'39'490'16,"-6"26"-343"-16,-8-46-514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937" units="cm"/>
          <inkml:channel name="Y" type="integer" max="1740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2632" units="1/cm"/>
          <inkml:channelProperty channel="Y" name="resolution" value="1000.1149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9-14T06:43:15.29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8061 5325 113 0,'-4'0'67'0,"-8"-7"-7"16,3 7-13-16,7-5-23 0,-2 0-9 15,4 4-11 1,2 1-2-16,-1 7 10 0,2-2 7 16,6 6 16-16,4 1 5 15,11-2-1-15,9 0-3 16,1-16-6-16,2-9-2 16,-3-17-6-16,0-1-5 15,0-3-6-15,1 2 0 16,2 5 7-16,-4 3 5 15,6 9 1-15,-1 5 1 16,6 10-8-16,3 3-2 16,-2 4 1-16,-1 5-4 15,-5-1-2-15,1 0-2 0,-3-4-6 16,-1-1 0-16,2-5 0 16,-4-7 3-16,4-2 16 15,0-1 11-15,7 2 14 16,7 4 5-16,-9-1-10 15,-3 4-6-15,-11 2-11 16,-6 2-10-16,1 7-5 16,2 3-4-16,0 5-2 15,-3 1 1-15,3-2 0 16,3-3-1-16,3-9-2 0,8-4 1 16,11-7-2-16,3-2 0 15,8-2 0-15,-2-4 1 16,-10 3 0-16,2 3-1 15,-12 1 0-15,3 2 0 16,8 6 0-16,3 0 0 16,7 4 0-16,2 1 0 15,1-2 2-15,-2-3-2 16,-5-1 1-16,-3-1 0 16,0-2-2-16,4-3 2 0,4-2-1 15,2 2 1-15,-2-1 0 16,-4 6 1-16,-9 3 1 15,-3 1-1-15,-9 6 1 16,0 1-2-16,6 2 1 16,6 0-1-1,11-1 2-15,6 0-3 0,-5-2 0 16,-4-1 0-16,-5-6-2 16,-5-2 2-16,4 1 1 15,4-3 3-15,10 1 5 16,0 0 1-16,4-2 5 0,-3-1 0 15,-11 1-1 1,1-2 0-16,1 3-6 16,4-2-3-16,10 0-3 15,7 1-1-15,-6-2-1 16,-8 1 1-16,-9-2-1 0,-12 3 1 16,4 1 1-1,3 3-1-15,7 2-1 0,5 1 0 16,1 4 3-16,-5-1-1 15,-6 4 2-15,-1 0 3 0,-4 0-4 16,3-1 1-16,13-4-2 16,1-3-1-16,7-4-1 15,-2-1 1-15,-12-5 0 16,-6-1 0-16,-8 0-1 16,-1-2 0-16,-2 3 0 15,0 4 1-15,2 0 2 16,-4 1-3-16,1 1 1 15,-3-2-1-15,-1 0-1 16,-4 0 1-16,-12-1 0 16,-1 0 0-16,-6 1 0 15,1 1 1-15,-4 1-1 16,0 1 0-16,-5 1 3 16,1 0-3-16,-4 1 4 15,0 5-1-15,-5 7 1 16,-6 2-1-16,2 11-1 0,4 3 1 15,-5 7-3-15,10 6 1 16,-2 13 1-16,2 9-1 16,-2 2 2-16,5-1-2 0,-2-8-1 15,-5-2 1-15,10 6 0 16,-8 3-1-16,3 0 0 16,-1 1 0-16,-9-10 0 15,5-6 2 1,0-10-2-16,2-7 0 15,1-9 1-15,-9-4-1 16,-2-7-2-16,2 1 2 0,-1-2 0 16,4 1 1-16,4 3 0 15,-6 0-1-15,-2 4 0 16,6 3-2-16,-3 5 2 16,3-2-1-16,-2 3 2 15,-2-3 0-15,2-5 1 16,0-1-1-16,1-10-1 15,-2-1 0-15,0-4-2 16,-2-4 2-16,2 4 0 16,-4-6 0-16,0 0 1 0,-2 1 0 15,4 2 0-15,1 1 1 16,-2 4-2-16,3 4 1 16,-3-6-1-16,1 5 1 15,0-4-1-15,0-2 2 16,-2 1 1-16,-3-4-3 15,-2-1 2-15,-1 0-1 16,-1 0 0-16,0 3 1 16,-3-1-1-16,-4 7 1 15,2 4 0-15,-4 1 1 16,-3 8 2-16,3-3 1 0,-7-4-3 16,-2 3 1-16,5-5-3 15,-5-3-1-15,5-4 1 16,4-3 0-16,0-2 2 15,2-3-2-15,0-5-2 16,0 2 1-16,0 1 4 16,0 1 1-16,0 5 4 15,1 2 1-15,-5 2-7 16,1 2 2-16,-3-3-4 16,-8-3 0-16,5 0 2 0,-2-3-3 15,2-7 2-15,6-4-2 16,2-3-2-1,1 1 2-15,2 4 0 16,-1 2 0-16,-1 7-1 0,1 3 1 16,-6 2 0-16,-8 4 2 15,-2 4-1-15,-5 2 1 16,-1 3-4-16,6-3 3 16,4-4 2-16,1-6-4 15,7-4 4-15,3-4-1 0,2-7-4 16,2 2 3-16,1-6-1 15,1 0-3-15,-2-2 4 16,-1-3-2-16,0 5 1 16,-9 2 1-16,6-2-2 15,-5 6 2-15,5 3 1 16,2-3-1-16,-5 1-1 16,5-3 2-16,1-4-5 15,0 1 5-15,2 2 0 16,2-2-1-16,-4 5 0 15,0-2-1-15,0 2 0 16,0 6 1-16,0 2 1 16,0 2 2-16,-1 8-2 15,-2 3-2-15,-1 4 4 16,-2-6-4-16,-7 0 0 16,-2-1 2-16,-1 2-5 15,-1-1 3-15,8 5 0 0,0 1-1 16,3-4 0-16,4 9 1 15,-2-4-1-15,4 4 1 16,-2 3 0-16,-2-6 0 0,4 2 5 16,-5-5 2-16,3-2 6 15,0 0-3-15,-7-3 0 16,1-1 1-16,-3-5-2 16,-2-2 8-16,3-2 1 15,5-2-1-15,0-1 0 16,3-1-7-16,1 1-1 15,-1 0-3-15,0 0-4 16,-2 2 0-16,-4-3-2 16,-1-1 0-16,-5-3 0 15,-6-1 4-15,-2-3 8 16,-3 0 0-16,2-4 1 16,3-1 0-16,2-1-5 15,-1 2-2-15,-1 3-3 16,4 4 0-16,-7 2-3 0,-3 3 3 15,-7 2 0-15,-7 1-2 16,2 4 2-16,4 6-1 16,7-3 0-16,3 1 3 15,2-5 0-15,2-1 0 16,-4-5-1-16,-4-1 0 0,-7 0-3 16,-1-2 2-16,4 1 1 15,7 2-2-15,4 2 0 16,-2-2 0-16,-2 1 0 15,0 0 0 1,-9 3-1-16,-5 1 1 0,2 8-2 16,-1-5 0-1,6 6 0-15,7 3 1 0,4 1 0 16,4 4 0-16,0-4 1 16,-2-2-2-16,1-4 1 15,2 2 0-15,2-3-1 16,5-4 1-16,4-1 1 15,1-2-2-15,5-6 2 16,7 5-1-16,-3 0-1 16,6-5 0-16,5 0-1 15,0-15 1-15,9-20 0 0,6-13 1 16,12-27 3-16,6-12 7 16,23-32 5-1,2-7 1-15,12-8-4 0,-1-3-4 16,-15 12-27-16,-1 8-57 15</inkml:trace>
  <inkml:trace contextRef="#ctx0" brushRef="#br0" timeOffset="831.95">13781 5191 1122 0,'21'-11'398'0,"24"-23"-339"0,10-9-29 16,11-20-11-16,3-15-6 15,15-15-14 1,10-1-46-16,5 3-273 16</inkml:trace>
  <inkml:trace contextRef="#ctx0" brushRef="#br0" timeOffset="1647.94">14844 4307 869 0,'-6'0'336'0,"-4"1"-241"15,9 9-47-15,6 9-41 16,5 3-3-16,-4 20 0 16,8 5-3-16,-8 5-1 15,4 7 0-15,3-3-3 16,-4 0 3-16,3 1 1 15,-2 1-1-15,-8-12 1 16,0-9 2-16,-3-18-1 16,-1-9 7-16,1-12 3 15,-2-14 0-15,3-18-1 16,0-10-5-16,3-8-5 16,9 3 0-16,10 11 1 0,7 6 0 15,11 12-1-15,1 7-1 16,11 13-1-16,1 1 1 15,9 4 2-15,1 2-28 0,-4-7-191 16,-3-4-133-16</inkml:trace>
  <inkml:trace contextRef="#ctx0" brushRef="#br0" timeOffset="2331.92">15827 4733 927 0,'12'-19'344'0,"5"-20"-249"0,10-4-76 0,0 0-7 16,-5-4-42-16,-5-1-35 15,-10-3-52-15,-2 0-11 16,-10 7 31-16,0 8 28 16,-9 13 58-16,-3 10 21 15,3 14 44-15,-8 11 24 16,6 20 20-16,-6 12-4 0,2 16-25 15,10 9-20-15,0 4-17 16,10-1-10-16,4-6-8 16,4-1-3-1,12-15-5-15,-1-11-2 16,8-20-5-16,4-9-20 0,3-33-142 16,2-14-140-16</inkml:trace>
  <inkml:trace contextRef="#ctx0" brushRef="#br0" timeOffset="3300.68">16567 4436 179 0,'1'-5'131'0,"0"-6"21"0,0-1-8 0,-1 1-34 15,-2 6-22-15,-3-2-40 16,-1-1-15-16,-5 3-11 0,-3-4 2 16,-4 9 18-1,-2 7 16-15,-2 2 20 0,2 7 1 16,3 8-15 0,-3 3-16-16,4 9-28 0,0 2-7 15,1 5-6-15,1 5 0 16,4 4 4-16,1 2-1 15,8 2 2-15,0-8-2 16,5-15-4-16,4-6-1 16,3-21-3-16,6-11 0 0,3-22-2 15,2-15 4-15,3-10-4 16,1-3 1-16,2 3 4 16,-2 5-5-16,-6 9 3 15,-4 9-1-15,-7 18 3 16,-2 4 2-16,-5 16 3 15,-2 7-1-15,0 18-6 16,-1 9 5-16,0 7-8 16,2 12 4-16,8 3 2 15,12-2-6-15,11-5 2 16,5-8 0-16,7-14-2 16,2 1 2-16,-2-6 1 15,-2-4-3-15,-6 0 0 16,-13-3 1-16,-11 1-4 15,-9 7 4-15,-15 4 0 0,-9 7-1 16,-17 3 2-16,-6-5 1 16,-20-9 9-16,-6-10 5 15,-6-18-2-15,-4-7 0 16,6-28-6-16,-3-9-6 16,7-12 9-16,-3-1 5 0,21 13-1 15,12 10 0-15,22 12-7 16,15 5-9-16,17 4-2 15,15 3 2-15,15-2-4 16,16-4-14-16,13-10-118 16,8-10-163-16</inkml:trace>
  <inkml:trace contextRef="#ctx0" brushRef="#br0" timeOffset="6167.54">17061 4071 469 0,'-3'5'294'0,"-4"6"-38"15,3 10-68-15,-3 12-29 16,0 18-67-16,2 7-28 16,2 4-42-16,1-4-11 15,4-11-11-15,4-10-38 16,11-21-231-16</inkml:trace>
  <inkml:trace contextRef="#ctx0" brushRef="#br0" timeOffset="6466.97">16992 4400 349 0,'0'-8'210'0,"0"-8"-32"0,1-1-83 0,1 3-22 0,1-1-33 15,0 5-2-15,0 0 15 16,0-3 12-16,1 1 19 16,-1 1 5-16,-1 4 1 15,-2 3-4-15,0 10-5 16,0 4 1-16,-1 18-12 0,0 9 6 16,-1 13-10-16,-2 11 0 15,2 4-7-15,-1 0-3 16,-3 4-11-16,2 2-11 15,-1-2-11-15,-1-1-10 16,1-12-5 0,-1-11-1-16,2-16-5 0,2-9 3 15,0-20-4-15,2-5 2 16,0-13-3-16,0-10-19 0,0 0-64 16,0-3-49-16,0 7-159 15,-1 1-137-15</inkml:trace>
  <inkml:trace contextRef="#ctx0" brushRef="#br0" timeOffset="7172.53">17221 3909 352 0,'3'-6'248'16,"1"-5"-16"-16,-4 11-52 15,6 1-32-15,-18 6-71 16,2 10-28-16,-3-5-38 16,2 4-9-16,12-1-56 15,0-11-68-15</inkml:trace>
  <inkml:trace contextRef="#ctx0" brushRef="#br0" timeOffset="7829.52">17691 4522 371 0,'-2'-3'244'16,"-9"-9"-37"-16,-8 1-47 15,-10 0-23-15,-3 0-56 16,2 3-16-16,1 6-17 0,2-5 1 16,4 8-13-16,-1 3-6 15,4 6-12-15,3 1-3 16,1 4-2-16,4 5-3 15,2 3 9-15,3 4 0 16,2 8 5-16,4 1 1 16,3 15-5-16,4 0 5 15,10 7-3-15,4-1 0 16,10-16-4-16,6-10-7 16,13-23-8-16,6-15 4 15,8-19-3-15,-7-14 5 0,-11-16 0 16,-7-2-3-1,-15-8 1-15,-1 3-3 0,-14 4-3 16,-9-1 1-16,-12 1-2 16,-8-2 0-16,-6 11-17 15,-1 12-5-15,-7 29-29 16,11 23-20-16,0 33-13 16,3 12-17-16,11 14-52 15,-1-2-52-15</inkml:trace>
  <inkml:trace contextRef="#ctx0" brushRef="#br0" timeOffset="8439.65">17949 4510 310 0,'4'-3'214'0,"4"-1"-19"0,-1-3-27 16,3 4-15-16,-1-4-41 15,-1-2-12-15,-1 7-33 16,-2-6-9-16,-3 7-13 15,2 0 0-15,-4-2-1 16,1 4 5-16,-2-1 3 16,0 0-6-16,0 4-9 15,-3 14-9-15,-12 38-14 16,7-26-1-16,0 9 5 16,2 3 2-16,3 2 0 0,2 3 2 15,2-4-6 1,1-6-5-16,4-5-5 0,1-12-4 15,0-7 0-15,2-4 1 16,-2-7 4-16,3-2 0 16,-2-6-1-16,2-2 3 15,-1-11-4-15,1-6 3 16,-1-12-4-16,6-5-2 0,7-6-1 16,3 4-1-16,9 8 5 15,-6 1-7-15,-3 11 2 16,-2 4 1-16,-4 11-6 15,0 8 5-15,-3 13 1 16,-1 11-4 0,-7 17 1-16,-3 6 0 0,-3 18-3 15,-1 1 7-15,1-2-1 16,2-8-22-16,4-23-84 16,2-8-89-16</inkml:trace>
  <inkml:trace contextRef="#ctx0" brushRef="#br0" timeOffset="30316.8">12099 5946 169 0,'-3'0'95'0,"0"-3"-11"0,0 4-17 0,3-1-33 16,-1-2-12-16,1 2-20 15,0 0-2-15,-1 0 2 16,0 0 0-16,-1-1 4 16,1 0 5-16,0 0 12 15,0 0 8-15,0 0 12 16,0-1 3-16,-1-8 1 15,-9-28-1-15,9 23-5 16,-7-4-2-16,6 2 4 16,-2-3 0-16,5 2-7 15,5 3-2-15,0-3-18 16,2-3-3-16,1-3-7 16,1-6-3-16,4 0 3 15,0-2-5-15,-2-1 2 16,1 0-2-16,-4-3-2 15,1 3 3-15,1-4-1 0,0-6 5 16,3 1 5-16,0-5 2 16,5-6 3-16,4 4 0 15,9-4 1-15,2 2-3 16,10 3 0-16,-4-2-4 16,5 0-3-16,-2-3-1 0,-5-1-3 15,-1-2 2-15,-7 3-3 16,0 5 4-1,-1 7-1-15,6 8 0 0,1 8-1 16,7 5 0-16,11 4-1 16,6 6 0-16,5 2-1 15,-4 2 0-15,-7 5 0 16,-5-3 0-16,-3 3-1 16,1 0 0-16,5 2 1 15,9 6 4-15,2 6 10 16,-1 3 5-16,4 7 3 15,-6 3 0-15,5 4-7 16,6 0-5-16,9 12-7 16,10 1-3-16,-6 13 1 15,-1 8-2-15,-13 0 0 0,-5 2 1 16,9-1-1-16,4-4 1 16,-2 3 0-16,-4-7-2 15,-6-3 2-15,-7-6 6 16,9-11 22-16,7-9 18 15,15-19 18-15,5-11 4 16,0-19-17-16,3 0-17 16,14 0-22-16,1 4-6 15,-9 9-8-15,-8 6-26 0,-26 16-154 16,-9 10-156 0</inkml:trace>
  <inkml:trace contextRef="#ctx0" brushRef="#br0" timeOffset="32221.06">16217 5139 373 0,'-8'-5'178'0,"2"0"-63"0,-6-1-25 0,4 1-21 16,-1-1-16-16,-7 3-22 15,3 3-5-15,-5 0-9 16,2 4-1-16,-5 4 4 16,1 2-2-16,0 7 0 15,-1 3-2-15,2 11-5 16,-4 0-3-16,-1 11-1 15,0 0 1-15,2 1 11 16,7 7 11-16,7-6 14 16,2 3 8-16,13-1 0 15,6 1-3-15,9 4-14 0,9 1-8 16,6-1-13-16,5-5-10 16,11-13-1-16,7-4-5 15,3-14-109-15,-4-10-104 16</inkml:trace>
  <inkml:trace contextRef="#ctx0" brushRef="#br0" timeOffset="32906.89">16773 5790 165 0,'0'-8'64'0,"0"-4"-48"0,8 0-10 15,-7-4-7-15,2 3-2 16,5 4 2-16,-11-1 4 16,5 3 54-16,-2 0 32 15,-4-6 61-15,4 1 20 0,-5 1-12 16,-2 0-19-16,-7 4-45 15,1 1-20-15,-8 1-32 16,5 3-10-16,-5 3-16 16,1 2-2-16,2 9-6 15,-1 3-2 1,6 7 2-16,2 8-1 0,11 8 6 16,1 7 5-16,9-1-1 15,3-6 1-15,6-3-3 16,9-8-5-16,0-9 0 15,2-6-3-15,6-16 0 16,-4-7 0-16,5-17-1 16,-2-11-1-16,-5-7-5 15,-2-5 0-15,-6-2 0 16,-2 7 2-16,-13 1-1 0,-2 9 0 16,-8 4-5-1,-10 3 0-15,-6 7-4 0,-4 8-1 16,-5 13 0-16,5 3 1 15,4 16 3-15,3 3 3 16,12 13-3-16,0 5-2 0,7 7-40 16,3 1-60-16,5-2-164 15</inkml:trace>
  <inkml:trace contextRef="#ctx0" brushRef="#br0" timeOffset="33251.62">17377 5060 919 0,'-11'16'376'0,"-6"16"-216"16,3 23-113-16,4 15-16 15,0 22-20-15,3 7-5 16,0 0-5-16,-2-3-2 16,8-4 0-16,0-4-1 15,2-12 2-15,1-10 2 16,-4-27-4-16,2-11-27 0,1-18-131 15,-1-9-104-15</inkml:trace>
  <inkml:trace contextRef="#ctx0" brushRef="#br0" timeOffset="33895.07">17827 5639 713 0,'0'-1'316'0,"-1"-3"-120"0,1 2-163 16,1 0-18-16,-1 0-14 16,-1 1-4-16,0 0-8 15,0 0 1-15,0-1 3 16,-16-3 7-16,-26-9 18 15,24 12 5-15,-6 2 7 16,7 2-2-16,-8 9-8 16,0 3-4-16,2 8-2 15,-5 6-2-15,6 8-3 16,1 4 1-16,11 6 2 16,3 2-1-16,8 2 3 15,6 3 0-15,12-5-10 16,7-5-1-16,10-10 0 15,0-8-1-15,10-12 0 0,-1-8 2 16,0-10-6 0,6-12-2-16,-10-15 4 15,2-7-2-15,-4-11 2 16,-4 0 0-16,-8-2-14 0,-6 1-10 16,-17 4-35-16,-6 3-22 15,-20 9-48-15,-3 4-8 16,-9 13 4-16,-1 4 17 15,8 16 42-15,4 11 9 0,8 12-29 16,5 3-34-16</inkml:trace>
  <inkml:trace contextRef="#ctx0" brushRef="#br0" timeOffset="34465.62">18300 5662 415 0,'0'-2'199'0,"0"-3"-81"0,-4 2-50 0,1 4-48 16,1 1-16-16,1-2-12 16,0 0-3-16,-2 9 6 15,-4 14 11-15,-5 43 42 16,7-26 23-16,7 11 38 16,2-1 3-16,6-9-18 15,4-2-21-15,3-18-31 16,-1-6-14-16,2-9-7 15,1-6-4-15,0-8-4 16,3-9 0-16,-1-7-8 0,-2-9-3 16,0-6-1-16,-6 1-1 15,-4-2 1-15,-6 3-1 16,-10 2-49-16,-5 0-58 16,-9-3-148-16,-1 0-71 15</inkml:trace>
  <inkml:trace contextRef="#ctx0" brushRef="#br0" timeOffset="34954.37">18783 5646 924 0,'-5'6'354'0,"1"6"-234"0,4-1-104 0,-3 1-16 16,3 0-34-16,-3 0-11 15,0 4 1-15,2 3 8 16,0 8 28-16,1 2 12 16,0 6 23-16,-2 0 7 15,2-3 11-15,1-6 0 0,-1-10-7 16,4-7 0-16,1-14-7 15,0-10-6-15,5-22-9 16,0-7-12-16,5-11-3 16,6-3 1-16,6 14-1 15,7 8 1-15,13 20-1 16,3 12-1-16,7 19 3 16,-3 12-11-16,1 22-179 15</inkml:trace>
  <inkml:trace contextRef="#ctx0" brushRef="#br0" timeOffset="45179.5">10686 16646 36 0,'3'3'37'0,"0"4"16"16,1-7 3-16,1 0 2 15,-1 0 1-15,-4 0 4 16,0 0 1-16,0 0-7 15,1 0-7-15,8 3-14 16,1 2-8-16,29 13-12 16,-28-18-1-16,2-3 0 15,0-2 4-15,1-4 8 16,4 0 3-16,-1-10 1 16,3 1-4-16,2-4-3 15,6 2-1-15,-1 5 1 16,5 4 3-16,-3 9 3 15,-4-4 2-15,4 8-2 16,-5-2 1-16,4 5-3 16,-3 1-2-16,0-6-7 0,-1 4-3 15,-1-4-4-15,1 0-1 16,1 3 2-16,-2 0-2 16,-1-4-4-16,4 1-1 15,4-4-2-15,3 4 0 16,5 5 1-16,-7 1 2 0,5 2 1 15,-7-1 0-15,-2-2 0 16,5 2-1 0,-3-2-1-16,1-2 1 0,7-3 4 15,0 0 4-15,3-3 2 16,5-3 3-16,11 6 1 16,-6 1-3-16,3 1 1 15,-5 5-4-15,-16-5-3 16,4-2 0-16,-4 4-4 15,-2 4 0-15,4-3 0 16,1 5-3-16,1-6 4 16,3-4 0-16,3 0 8 15,-1-4 1-15,1 8 4 16,2 4-4-16,-8 8 4 16,1 2-3-16,-9 0-1 15,-2 1 1-15,4 1-7 0,0-2-1 16,1-1-4-16,1-4 1 15,1-3-3-15,5-2 2 16,3-8 1-16,-2-2 1 16,4-6 3-16,-2-1-1 15,0-1 1-15,-3 1-1 16,-4-2-4-16,-3 0-3 16,-2 3-4-16,5 1 0 0,6 3 1 15,4 0 2-15,5-3 2 16,4-3 1-1,3-1-1-15,-5 0 3 0,-5 0 1 16,-5-1 4-16,-8 1-3 16,4 2 1-16,2 5-5 15,2 3 2-15,11 8 0 16,0-2-3-16,7 7 3 16,-1 1-2-16,-8-3-1 15,-7 3 2-15,-7-6-3 16,-1-4-1-16,2 3 4 15,-1-5-7-15,4 1 3 16,2 1-1-16,3 3 0 0,-5-4 1 16,0 3 1-16,1 1 0 15,-8-3-6 1,5 5 3-16,0-4-4 0,-4 1 3 16,3-5 0-16,3 0-1 15,5-7 5-15,6-1-2 16,2 2 2-16,2-6-3 15,-5 4-4-15,-3-1 1 16,-4 3 2-16,-1 4 0 16,0-2 4-16,2 2-1 15,4 0-3-15,7 1 4 16,7-2-6-16,5 3-1 0,-3 0 3 16,-5 2-2-16,-6 4 5 15,-1-2-2-15,5 5-1 16,4-1 3-16,-2-1-5 15,3-3 1-15,-11-3 0 16,-5 1-1-16,2-1 2 16,-5-1 0-16,-1 0 0 15,4-3 3-15,7 4-3 16,3 1 0-16,7 1 0 16,-1 1-2-16,-4 1 4 15,-4 1 2-15,-2 2-4 16,-1 0 0-16,1-1 0 0,-1 1 0 15,5 0 2 1,1 0 2-16,-8-1-3 0,0-3-1 16,-11-2 0-16,-2 1-4 15,-2 0 4-15,-3 1 0 16,1 3 0-16,1-1 0 16,5 3 0-16,7 2-3 0,3-1 6 15,4-2-3-15,-1 0 4 16,-6-4 1-16,0-5-4 15,-3-2 1-15,-8-5-3 16,3-1-1-16,4-2-3 16,5 0 5-16,8 0 0 15,3 3-2-15,-2 3 5 16,-6 0-4-16,-4 3 2 16,-4-2 5-16,1-1-6 15,0-1 5-15,-1-3-7 16,3-3 0-16,2 1 0 15,-2-1 2-15,7 0 0 16,0 1 3-16,-2-2 0 16,3-1-4-16,-8-5 3 15,-3-3-2-15,1-1 0 0,4 0 0 16,5 6 1-16,5-3 0 16,3 1 1-16,-5 1-2 15,-2-3-1-15,-4 7-3 16,-6 2 4-16,1 2 1 15,0 2-1-15,-1 4 1 0,7 4-2 16,2 0 0 0,1 1 1-16,0-1 1 0,-3-5-1 15,-3 5 1-15,0 0 0 16,1-2 0-16,-2 1 3 16,2-2 0-1,3 0 0-15,7 6-2 0,1 2-2 16,0 2 2-16,-6 5-2 15,-2 2 0-15,-3-3 0 16,-2 4-1-16,1-3-1 16,3 1 5-16,2 1-3 15,3-7 0-15,-4-4 1 16,-5-7-5-16,-1 2 2 16,-1 0 2-16,-1 2 0 15,3 3 4-15,8 2 2 16,5 3-5-16,9 4 4 0,-2 3-1 15,0-2 0-15,-6-2-3 16,-3 0 1-16,2-7-4 16,2-5 1-16,0-2 1 15,10-3 0-15,-1-3 3 16,-4 3-3-16,-2-2 1 16,-8-1 1-16,6 4-2 15,7-3 5-15,5 2 2 16,1 0-1-16,-5-7-3 0,-4 2-1 15,-4 0-4 1,0-3 0-16,3 6 2 0,-2 1 0 16,-1 3 2-16,-2 1 3 15,-2 3-5-15,-3 2-1 16,-4-2 1-16,0 4-3 16,-3-2 3-16,12 2 5 15,0 2-4-15,3-3 4 16,2 2-5-16,-6-4 0 15,0 3 3-15,-1-2-3 16,0-2 3-16,1 0-3 16,3 0-1-16,5 0 1 0,-4 0 0 15,-6 1 1-15,-1 1 1 16,-6 5 1-16,3 5-1 16,2 0 0-16,1-2-1 15,-5 0 0-15,3-7 0 16,-3-3 4-16,-4-5 0 15,-3-7-1-15,-4-1 0 16,-4-3-2-16,1 3 0 16,7 3-2-16,2 4 3 15,7 3 1-15,5 3-2 16,5 3 4-16,0 0-6 0,-4 2 0 16,-2-1 0-16,-9-4 0 15,0 0 2-15,-4-2-2 16,-3-5 3-16,1 0 0 15,-2-1-4-15,4 1 0 16,5 1 4-16,-4 4-1 16,3 3 0-16,-4 7 0 15,-3 3-1-15,6 4-1 16,-2-1 0-16,7 5 3 16,-1-4-2-16,-8 1 2 0,4-5-3 15,-9-10-1 1,-1 0-2-16,0-6 0 15,-2-1 3-15,1-1 2 16,3 1 5-16,1-8 3 16,2 4-1-16,-3-2-1 0,2-1-2 15,-2 1-3-15,5 5 2 16,-1-4-3-16,-1 2-1 16,-6 5-1-16,-6-3 1 15,-8 5 0-15,-6-1 0 0,-6 0 1 16,-4 0-2-16,-4 1 0 15,-1-1 0-15,-2-1 0 16,-4 4 0-16,5 0-27 16,0 0-30-1,0-1-95-15,0 0-69 0</inkml:trace>
  <inkml:trace contextRef="#ctx0" brushRef="#br0" timeOffset="47201.59">19070 16853 456 0,'1'0'211'0,"2"-2"-86"0,-2 0-57 0,-1-1-2 0,-8 0 1 16,7 2-3-16,0 1-1 15,-5 0-3-15,-7 0 0 16,-30 4 4-16,23-6-3 16,3 2-8-16,-4 3-23 0,-2 4-11 15,1 7-14-15,0 4-4 16,3 7 1-16,5 2 1 16,4 6-3-16,4-2 0 15,8 3 1-15,2-4 1 16,5-4-1-16,2-1 1 15,0-8 2-15,0-1-4 16,6-9 5-16,2-3-5 0,6-9 0 16,5-1 1-1,4-2 3-15,4 4 2 16,3 4 3-16,-2 0 2 0,-13 6-2 16,-6 7 5-16,-12 5 4 15,-5 4 3-15,-10 1 2 16,-5 0 1-16,-18-4-2 15,-8 0 0-15,-11-6-8 16,-2-2-4-16,4-4-5 16,-2-2-2-16,9-1-1 15,-1 2-2-15,5-1-7 16,4 2-15-16,9 2-46 16,-3-1-19-16,11-1-86 0,7-3-70 15</inkml:trace>
  <inkml:trace contextRef="#ctx0" brushRef="#br0" timeOffset="47701.5">19421 16865 269 0,'-3'0'194'0,"-6"2"43"16,1 1-8-16,0 4-24 0,-1 2-22 16,0 2-44-1,0 1-20-15,5 6-32 0,-2 0-16 16,8 9-25-16,0 4-9 15,4 14-5-15,3 5 3 16,3 8 5-16,0 3 8 0,-1-6-4 31,-2-3-7-31,-1-14-16 0,-1-8-12 0,-1-17-10 16,-1-13-19-16,-5-28-92 16,-1-9-71-16</inkml:trace>
  <inkml:trace contextRef="#ctx0" brushRef="#br0" timeOffset="48215.83">19348 16703 388 0,'1'-4'227'0,"-1"-4"-36"16,4 1-59-16,-2-5-7 0,1 6-18 15,0 2-8-15,0-1-12 16,1 5-1-16,2 0-8 16,1 0-1-16,1 5-11 15,1 0-9-15,-1 2-10 16,-1 3-4-16,1 3-5 15,-4 0-5-15,-1 0-15 16,-3-3-6-16,-5-5-4 16,1 0-2-16,-5-3-3 0,0-4-2 15,-2-3-9-15,-1 1-31 16,4-5-87-16,0 2-81 16</inkml:trace>
  <inkml:trace contextRef="#ctx0" brushRef="#br0" timeOffset="48924.03">19781 16749 359 0,'-5'3'195'0,"-4"8"-44"0,1-2-21 16,4-1-45-16,0-2-19 15,5 0-11-15,-2-2 1 16,1 0 12-16,0 5 7 0,2-3 9 15,1 2 5-15,2-1-1 16,2-2-2-16,1 1-15 16,2-3-7-16,3 4-16 15,4-1-9-15,1 2-8 16,4 1-5-16,1 1-7 16,-3 1-5-1,2 6-9-15,-4 4 3 0,-13 6-8 16,-5 7 2-16,-10 8 4 15,-8 4-8-15,-5 8 7 16,-5 2-2-16,-2 0-1 16,1-2 4-16,6-7-2 15,4-8 7-15,10-11 1 16,5-6 3-16,8-12-4 16,6-3-7-16,8-5 1 15,5-4-6-15,9-9 2 0,5-1 4 16,13-4-2-16,5 0 10 15,2 0-5-15,-2-2 2 16,-11 5-3-16,-8-2-8 16,-9 2-16-16,-6 0-31 15,-7-8-88-15,-5-1-60 0</inkml:trace>
  <inkml:trace contextRef="#ctx0" brushRef="#br0" timeOffset="49393.53">19807 17078 259 0,'4'2'202'0,"-1"-2"27"0,3 0-47 16,-1-2-4-16,-1-1-19 15,3 3-13-15,2 0-18 16,2 0-15-16,6 8-29 16,6 1-15-16,14 3-27 15,5-1-7-15,14 4-9 16,6-4-6-16,-3-6-10 15,3-8-3 1,-10-21-58-16,-2-6-55 0,-6-18-293 16</inkml:trace>
  <inkml:trace contextRef="#ctx0" brushRef="#br0" timeOffset="50050">20442 17153 559 0,'4'6'325'16,"4"6"-7"-16,7-8-186 0,11-2-26 15,3-9-18 1,4 0-8-16,8-11-15 0,-11-4-12 16,3-3-15-16,-3-6-7 15,-12-2-17-15,2 1-4 16,-10-1-4-16,-2 7-1 15,-8 4 0-15,-2 2-1 16,-7 9-1-16,-2 2-2 0,-7 4 4 16,-5 3-5-16,-1 2 2 15,-4 1-2 1,-3 5-11-16,4 5 1 0,-4 10-6 16,4 3 2-16,4 13 6 15,4 4 2-15,7 8 6 16,6 7 5-16,14 10 7 15,9 8 10-15,17 8 13 16,5 1 9-16,6-8 5 16,2-11-8-16,3-30-16 15,5-19-19-15,17-41-105 16,14-26-93-16</inkml:trace>
  <inkml:trace contextRef="#ctx0" brushRef="#br0" timeOffset="53979.52">25401 17046 137 0,'0'-1'70'0,"0"-5"-14"0,3 2-21 16,-5-3-6-16,2 2-1 15,2 0 3-15,-4 0 6 16,5 5 13-16,0-4 8 16,-3 3 7-16,0 0-7 15,0 0-10-15,-1 0 0 0,0 0 9 16,0 0 4-16,0 0-4 15,-1 0-8-15,2 0-14 16,0 0-2-16,0 1-3 16,0 0-2-16,0 0-10 15,0 0-7-15,0 0-3 16,0 0 2-16,0 0-1 16,0 0 5-16,0 0 9 15,0 0 3-15,6 12 10 16,8 24-3-16,-16-28-5 15,3 4-4-15,0-1-10 16,4 4-2-16,3-1-5 16,-2 3 2-16,-1 2-2 15,1-1 0-15,-5 6-1 16,0-1 0-16,0 2 2 0,-2 2 2 16,1 3 9-16,0-1 2 15,0 1-4-15,0-1 1 16,-3-5-11-16,0-4 1 15,2-2 2-15,2-4 1 16,1 3 7-16,-2-1 0 0,1-2 2 16,-1-3-1-16,2-8-6 15,1 2-3-15,-3-3-2 16,0 1-3-16,0-2-1 16,-1-1 0-16,0-1-3 15,0 0-1-15,1 0 2 16,-1-9-1-16,1-4-1 15,0-31 1-15,1 27 1 16,3 1 0-16,3-5-1 16,-2-1 0-16,2 0 0 15,-2 0-1-15,-1 3 2 16,-1 4-2-16,-3-3 0 16,1 2 0-16,-1-3 1 15,0-3 0-15,0 0-1 16,3-4 0-16,2-1 0 0,0 0-2 15,-1-3 2-15,1 5-1 16,-4 1 1-16,-1 4 3 16,0 8-3-16,-1 1 0 15,-1 7 1-15,-2 2-1 16,1 0 2-16,-2 1 1 16,1-2-3-16,3 3 3 15,0 0-3-15,0 0-2 16,0 0 3-16,0-4-1 0,-1-5 0 15,-3-26 2-15,5 32-2 16,5 3 0-16,-5 2 0 16,0 1 1-16,-1 4 1 15,-1-6-2-15,1 0 0 16,0 0 0-16,0 2 0 16,-1 3 1-16,1-4-1 15,0 0 1-15,0 2 1 16,0 0-2-16,1 5 3 15,1 1-2-15,3 9 3 16,7 33 1-16,-7-18-2 16,0 6 0-16,-4 8-2 0,-2 1-1 15,-2 4 1-15,0-4 1 16,2-2-2-16,2-2 1 16,0-6 1-16,0-3 4 15,2-4 11-15,1-5 7 16,2-6-2-16,0-3-3 0,-1-7-7 15,0-2-6 1,-1-7-2-16,-1-1 0 16,-2 0-4-16,0-4 0 15,-1 3 0-15,0 0 1 0,0 0 1 16,-1-3-2-16,-1-2 0 16,1 0-3-16,1 2 1 15,0 2 0-15,0-3-7 16,1 3-37-16,0-6-278 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937" units="cm"/>
          <inkml:channel name="Y" type="integer" max="1740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2632" units="1/cm"/>
          <inkml:channelProperty channel="Y" name="resolution" value="1000.1149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9-14T06:46:51.428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4">
        <inkml:traceFormat>
          <inkml:channel name="X" type="integer" max="12376" units="cm"/>
          <inkml:channel name="Y" type="integer" max="6960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1" timeString="2026-09-14T06:46:53.693"/>
    </inkml:context>
  </inkml:definitions>
  <inkml:trace contextRef="#ctx0" brushRef="#br0">3621 4051 681 0,'0'-3'31'15,"2"-2"-8"-15,5-8 27 16,2 4-5-16,4-5-1 16,2 0 5-16,5 1 10 15,7 0 7-15,6 8 2 16,-3 1-3-16,-1 10-4 15,-4 0-8-15,-7 8-8 16,-1 3-3-16,-1 8-16 0,-2 4-5 16,-3 1-11-16,-1 4-4 15,-9 7-1-15,-5 0-2 16,-8 13 2 0,-8 0 0-16,-1 4-5 15,-7 1 1-15,-12-7 0 16,0 3 0-16,-7-8 0 0,2-3-1 15,11-2 2-15,1-2-2 16,2-8 2-16,3-4-1 16,0-18-2-16,5-10 0 0,7-16 5 15,6-9 1-15,9-9-5 16,2-7 0-16,12 1-3 16,0 2 0-16,6 6 3 15,1 7 1-15,-1 11 0 16,3 6 0-16,-2 16 2 15,-1 8 1-15,-4 16 5 16,-2 9 2-16,4 8 1 16,0 5 7-16,9-7 14 15,2-8 4-15,5-14 12 16,0-5-5-16,-1-13-9 16,5-2-7-16,1 1-8 15,-3-7-4-15,1 0-8 16,-4-2 0-16,-3 3-7 15,1 3-1-15,-2 5-44 0,3 3-56 16,3-3-246-16</inkml:trace>
  <inkml:trace contextRef="#ctx0" brushRef="#br0" timeOffset="602.55">4605 4564 391 0,'0'0'211'0,"-1"-1"-39"0,0 0-20 0,-4-2-26 15,-1 3-21-15,5 0-34 16,0 0-13-16,-3 0-23 0,-11 5-7 16,-28 17-13-16,25-9-1 15,3 3-4-15,-2 3 2 16,5 5 11-16,1 3 0 15,5 9 4-15,-4 3 2 16,3 9-5 0,2 3-3-16,6 1 4 0,8 1 1 15,7-10 1-15,6-3 3 16,7-13-11-16,3-4-5 16,10-14-7-16,7-9-4 0,19-16 0 15,2-11 0-15,-5-10-2 16,-9-8 1-16,-27-10 3 15,-8 0-1-15,-13-2 0 16,-8 5 1-16,-13 13-4 16,-12 2 1-16,-15 11 0 15,-13 4-1-15,-6 12 0 16,1 7 0-16,9 17-12 16,13 9-9-16,13 12-10 15,9 9-8-15,11 5-34 16,7 2-42-16,14-12-181 15</inkml:trace>
  <inkml:trace contextRef="#ctx0" brushRef="#br0" timeOffset="1121.23">5274 4647 345 0,'-1'-4'214'0,"-7"-7"-11"16,3 1-6-16,-2 3-30 15,-6 0-25-15,-2 6-37 16,-5 2-21-16,2 6-37 16,-2 6-12-16,1 9-19 15,1 6-5-15,1 11-6 16,5 11-1-16,2 15-3 16,6 3-1-16,4 6 2 15,6-6-1-15,13-7 1 16,9-6 2-16,18-13 6 0,1-7 6 15,6-22 6-15,2-12-2 16,-8-22-2-16,2-9-5 16,-7-19-2-16,-7 0 2 15,-13-7 5-15,-7-7 3 16,-15 2 0-16,-7-2 0 0,-18 4-11 16,-6 11-4-16,-13 10-8 15,-4 8-27-15,2 22-32 16,0 11-18-16,12 31-63 15,10 11-43-15,13 19-127 16</inkml:trace>
  <inkml:trace contextRef="#ctx0" brushRef="#br0" timeOffset="1760.25">5952 4702 225 0,'-2'-2'173'0,"-2"-6"55"15,1 2-16-15,-3-1-19 16,-2 0-23-16,-3 4-55 16,-2 3-20-16,0 3-40 15,-2 5-13-15,1 12-19 16,2 3-9-16,-1 17 0 16,2 11-2-16,6 15 3 0,2 8 3 15,8-1 6-15,5 3 1 16,5-7 2-16,1-6 0 15,8-15-5-15,3-16 1 16,2-27-6-16,6-12 0 16,3-31 0-16,0-9 0 15,-1-15 5-15,-2-8-4 16,-12-4 1-16,-11 0-4 0,-13 2-7 16,-15 5 2-1,-19 11-6-15,-3 9-3 0,-10 14-59 16,3 9-33-1,10 22-78-15,6 7-100 0</inkml:trace>
  <inkml:trace contextRef="#ctx1" brushRef="#br0">14076 7962 0,'0'0'0,"0"0"15,0 0 1</inkml:trace>
  <inkml:trace contextRef="#ctx0" brushRef="#br0" timeOffset="2925.81">6700 4775 223 0,'-5'4'149'0,"-7"7"6"0,7-1-14 16,-7 3-45-16,4 2-18 15,0-1-32-15,-3-2-5 16,9-8 3-16,0 0 3 0,1-9 8 15,2-2 2-15,1-6-7 16,3-1-2-16,7 1-5 16,4 2 0-16,6 5-4 15,5-1-8 1,6 6-3-16,-1 1-5 16,9 0 2-16,-1 5 2 0,8 2-6 15,5-2 3-15,12 2-14 16,4-5 1-16,2-2-2 15,-5 0-5-15,-25-5 0 16,-5 4 0-16,-20-3-4 16,-4 1 3-16,-5 7 2 15,-4-4-1-15,-5 0-10 16,-1-1-40-16,-3-6-192 16</inkml:trace>
  <inkml:trace contextRef="#ctx0" brushRef="#br0" timeOffset="3427.71">7391 4568 399 0,'-4'-1'212'0,"-4"-1"-50"0,-1 1-36 0,2 3-46 0,0 2-16 0,4 2-12 16,-1 0 1-16,0 0 9 15,2 0 6-15,2 3-3 16,1 2-5-16,4-3-14 16,0-2-1-16,3-3-10 0,3 0-5 15,6-2-5 1,6 1-4-16,15 1-4 16,6-1 0-16,20 3-2 15,4-1-7-15,-6 2 0 0,-6 4 0 16,-23 1-4-16,-11 6 2 15,-20 9 7-15,-11 8 8 16,-26 17 8-16,-13 3 4 16,-30 6-3-16,-6-1-1 15,-1-3-10-15,5-1-5 16,15 3-37-16,8 4-75 0</inkml:trace>
  <inkml:trace contextRef="#ctx1" brushRef="#br0" timeOffset="9301.04">16900 7327 0,'0'0'0,"0"0"15,0 0 1,0 0-1,0 0 1,0 0 0,-32 19-1</inkml:trace>
  <inkml:trace contextRef="#ctx0" brushRef="#br0" timeOffset="11963.19">8427 4513 187 0,'-2'2'124'0,"-1"-1"1"0,3-1-12 0,4-1-15 0,6-3 2 0,12-4 10 15,10-8 10-15,22-2 3 16,9-9-8-16,5 2-22 16,0 3-17-16,-4 4-32 15,-2 3-14-15,12 7-19 16,-2 3-3-16,-3 6-2 16,-6 6-3-16,-22 4 0 15,-6 0-22-15,-15-9-196 16</inkml:trace>
  <inkml:trace contextRef="#ctx0" brushRef="#br0" timeOffset="12349.17">8892 4594 580 0,'1'10'266'0,"2"13"-111"16,-1 5-32-16,3 19-45 16,1 9-20-16,1 10-34 15,-1 2-7-15,-3-10-12 16,1-10 1-16,0-13-3 16,0-5-2-16,2-11-1 15,-1-10-37-15,-6-9-258 16</inkml:trace>
  <inkml:trace contextRef="#ctx0" brushRef="#br0" timeOffset="12561.29">8607 5201 547 0,'9'3'272'0,"8"2"-100"0,12-5-9 15,3-5 0-15,10-8-33 16,3-6-32-16,16-5-49 16,7 1-18-16,19 3-19 15,-1 2-5-15,-16 9-58 16,-8 4-88 0</inkml:trace>
  <inkml:trace contextRef="#ctx0" brushRef="#br0" timeOffset="13017.74">9638 4869 516 0,'-1'-1'325'0,"0"-5"-36"0,-4 8-127 16,3 3-36-16,1 13-54 15,0 8-19-15,2 10-7 16,0 5-8-16,-1-4-15 15,1-4-7-15,6-8-5 16,-3-5-3-16,6-11 6 16,-1-4 2-16,-1-12 2 15,4-7-1-15,3-10-6 16,1-5-3-16,4-1-4 16,2 1-3-16,1 5 1 0,1 9-2 15,-5 17 2-15,-2 11-2 16,-9 21 2-16,-5 7-1 15,-3 6-1-15,-2 0-7 16,2-7-97-16,4-5-103 16</inkml:trace>
  <inkml:trace contextRef="#ctx0" brushRef="#br0" timeOffset="13477.08">10358 4381 592 0,'0'-28'287'0,"0"-37"-114"16,0 0-35-16,0 5-54 16,0 7-13-16,-3 17-1 15,-4 9-9-15,1 15-5 16,-4 9-14-16,1 18-24 0,0 10-3 16,-1 31-11-1,1 15-2-15,1 39 6 0,0 10 8 31,5 29 23-31,1 11 6 0,0-1 0 0,5 3-11 16,-2-11-18-16,3-18-7 16,0-28-5-16,-4-18 2 0,0-40-4 15,-3-12 0-15,3-23 2 16,-1-10-1-16,-2-18-6 16,-1-15-15-16,-6-25-65 15,-2-16-48 1,-13-30-194-16,0-6-88 0</inkml:trace>
  <inkml:trace contextRef="#ctx0" brushRef="#br0" timeOffset="13623.13">10116 4949 266 0,'2'-1'202'16,"-6"-2"-15"-16,2 3 42 0,4 17-30 15,-2 5-32-15,12 14-17 16,2-1-10-16,5-3-51 16,7-6-12-16,3-7-27 15,0-8-13-15,5-12-20 0,4-7-33 16,6-16-291-16</inkml:trace>
  <inkml:trace contextRef="#ctx0" brushRef="#br0" timeOffset="14504.44">10818 4944 207 0,'0'-8'134'0,"0"-7"21"16,0-3 8-16,-2 3 17 15,-2-3 2-15,1 8-12 16,-2 5-18-16,-4 2-33 15,-4 3-16-15,-2 5-15 16,-1 2-6-16,0 5-4 16,-2 9-10-16,-2 3-26 15,2 2-9-15,1 5-21 0,3-5-5 16,3-1-5 0,4-1-1-16,-2-5-1 15,4-1 1-15,2-2 3 0,3-1 2 16,9-2 0-16,-4 1 1 15,8-3 0-15,1-4-1 16,3-4 0-16,4-5-4 16,0-10 2-16,0-4-1 0,-2-10 3 15,2-1-4 1,-2-5 2-16,-1-2-2 0,-2-6-2 16,-1-1 3-16,-4 3-3 15,0 5-1-15,-8 19 2 16,-3 3-1-16,-2 24 0 15,-6 9 0-15,1 16 1 16,-1 13-1-16,1 2-1 16,3 6 1-16,5-3-1 15,2-4 1-15,5-14 0 16,3-10 3-16,5-19-1 16,3-8-3-16,0-14 1 15,6-8-1-15,3-7 1 16,-8-4 2-16,1 4-2 0,-3 1 0 15,-2 6 0 1,3 2-1-16,0 1 1 0,-6 2 2 16,-3-2-2-16,-1 0 0 15,-4 1 0-15,2 2-3 16,-2 6 3 0,1 4 0-16,-2 6-1 0,-2 6 2 15,0 9-1-15,1 6-3 16,-3 5 5-16,0 4-2 15,-3 0 1-15,0-2-1 0,4 0 0 16,-1-4 0-16,4-7 0 16,-1-2 0-16,1-8-1 15,1-1 1-15,0-7-2 16,1-4 5-16,1-8-3 16,-1-2-2-16,1 1-27 15,2-1-20-15,-5 5-25 16,2 2-16-16,-3 4-26 15,-3 6-33-15,0 2-154 16,-3 5-81-16</inkml:trace>
  <inkml:trace contextRef="#ctx0" brushRef="#br0" timeOffset="15272.94">11412 4222 821 0,'-3'0'330'0,"1"7"-213"0,-3 3-37 0,2 5-32 16,1-2-16-16,-2 4-9 16,2-4-4-16,4-10-5 15,-1 2 1-15,3-9 3 16,-4-4-4-16,5 1 1 16,4-4-1-16,-4-2-6 15,0 0 3-15,-7 3 4 16,-1 1 2-16,3 6 9 15,-3-1 3-15,7 3-6 16,-2 1-5-16,-2 0-9 16,0 0-4-16,0-1 0 0,0 0 0 15,0 0 3-15,0 0 1 16,0 0 6-16,0 0 0 16,0-3 3-16,0 1-2 15,0-1 0-15,0 0-1 16,0-1-5-16,0 2-1 0,0-1-4 15,1 0 1 1,-1 1 0-16,1-2 3 0,-1 3 1 16,0 0-5-1,0 1 3-15,0 0-6 0,0 0 3 16,0 0 0-16,0 0-1 16,0-1 2-16,0 1-4 15,0 0-1-15,2-3 1 16,0-2-2-16,0 3 2 15,-2 1 0-15,0 1 0 16,0 0-2-16,7 0 1 16,3 7 2-16,35 73 1 15,-24 2 12-15,-3 27 8 16,5 14-3-16,-6 30-1 16,-11 4-8-16,10-2-10 15,-3-11 1-15,-3-51 2 0,1-23-2 16,-8-36-1-16,-3-17 2 15,-2-26-7-15,-3-15-12 16,-2-19-52-16,-2-12-46 16,-1-6-133-16,-1-2-125 15</inkml:trace>
  <inkml:trace contextRef="#ctx0" brushRef="#br0" timeOffset="15535.01">11523 4708 586 0,'5'8'340'15,"7"4"-64"-15,3-1-127 0,-1 0-51 0,2-5-58 16,0 0-12-16,-3-6-56 16,0-2-108-16</inkml:trace>
  <inkml:trace contextRef="#ctx0" brushRef="#br0" timeOffset="16155.94">11245 5139 244 0,'-2'1'189'0,"-5"1"-2"0,4-2-40 15,-1-1-24-15,4-4-47 16,0 4-12-16,0 0 0 16,0 0 0-16,0 0 7 15,2-3-1-15,14-3-11 16,29-23-10-16,-25 35-17 15,-3 2-14-15,-4 7-8 16,0 1 0-16,-9 5-4 16,-4 2 0-16,-6 3-32 15,0-1-82-15</inkml:trace>
  <inkml:trace contextRef="#ctx1" brushRef="#br0" timeOffset="14356.46">20050 8096 0,'0'0'0,"0"0"16,-30 44-1</inkml:trace>
  <inkml:trace contextRef="#ctx0" brushRef="#br0" timeOffset="17663.55">11587 4756 228 0,'-4'4'138'0,"-7"2"-34"0,1 0-12 15,5 1-3-15,0-3-5 16,5 0 1-16,0-4-3 16,-2-1 3-16,1 1-13 15,0-1-4-15,1 0-16 16,0 0-10-16,0 0-10 16,0 0-5-16,0-1-5 15,10-2 1-15,10-1-1 16,29-5 0-16,-22 6-2 15,-2 1-7 1,2 3-8-16,-2 5 2 0,-3 3-4 16,-3 1 2-16,-8 2-60 0,-1-3-139 15</inkml:trace>
  <inkml:trace contextRef="#ctx0" brushRef="#br0" timeOffset="18390.06">12424 4811 254 0,'-13'-3'201'0,"-4"3"12"0,0 0-61 0,-2 0-17 0,8 2-45 15,5-1-11-15,4 1-21 16,1-3-6-16,1 1-12 16,-3-1-3-16,3 1-9 15,0 0-6-15,0 0 0 16,0 0 6-16,8 0 3 15,6-1-2-15,40-4 0 0,-24 1-10 16,11-1-5 0,1 2 3-16,10-5 3 0,-2 4 1 15,7-4 0-15,4-1 1 16,3 1-13-16,3 0 3 16,-13 2-4-16,-12 2-5 15,-13 3 1-15,-13 1-2 16,-3 4-2-16,-2-1 2 0,-3 3-2 15,-1-2 0-15,-3-4-50 16,1-3-69 0</inkml:trace>
  <inkml:trace contextRef="#ctx0" brushRef="#br0" timeOffset="19076.64">13139 4589 263 0,'-6'-1'185'0,"-3"-3"-12"16,3 2-16-16,-3-2-16 16,4 2-29-16,0-1-15 15,1 0-18-15,-1 1-5 0,2 1-13 16,2 1-4-16,0 0-16 15,0 0-4-15,0 0-6 16,0 0-2-16,0 0-3 16,-1 0-5-16,1 0-10 15,0 0 0-15,0 0-3 16,1 0 0-16,0 0 2 16,0 0-3-16,0 0 4 15,-1 0-1-15,1 0 1 16,0 0 4-16,-1 0-5 15,0 0-1-15,1 0-1 16,-1 0-2-16,1 0 2 16,0 0-1-16,0 0-2 15,0 0 1-15,0 0-2 16,0 0-3-16,2 1 1 0,19 8-2 16,41 17 3-16,-16-15 0 15,22 9-1 1,5 4 2-16,-3 1-1 15,-6 7 0-15,-28-1-2 16,-10 2 3-16,-23-1-4 0,-8 0 6 16,-27 2 3-16,-8-6-2 15,-21-1 3 1,-11-7-5-16,5-4-4 0,0-3-1 16,19 3-35-16,10 2-53 15,9 3-326-15</inkml:trace>
  <inkml:trace contextRef="#ctx0" brushRef="#br0" timeOffset="25796.08">14466 4280 348 0,'5'-11'238'0,"5"-11"10"16,0 7-17-16,-4 12-55 16,-2 8-34-16,-2 25-46 15,-2 15-17-15,-8 28-28 16,-4 8-11-16,-6 10-18 15,-5 0-10-15,7-1-4 0,1-4 0 16,-1-10-6-16,13-9 2 16,-4-24 0-16,2-11-4 15,10-17-65-15,-2-11-95 16</inkml:trace>
  <inkml:trace contextRef="#ctx0" brushRef="#br0" timeOffset="26376.44">15085 4389 663 0,'-9'2'308'0,"-16"6"-108"15,-3-2-112-15,-4 12-50 16,0-2-12-16,5 0-17 15,0 1-3-15,16-4 3 16,5-2-3-16,14 0 3 16,13 0-3-16,12 1-1 15,5 1 3-15,10 5-1 16,0-1 6-16,2 5 9 16,1 3 2-16,-11 7 4 0,-7 1-3 15,-14 13-5-15,-11 1-1 16,-10 5-3-16,-6 3-2 15,-17-10-6-15,-4-1-3 16,-6-11-5 0,-4-6 1-16,3-6 1 0,4-6-2 15,-1-5 0-15,1-7 0 16,0-7-1-16,-1-6 0 16,1-10-5-16,11-2-1 15,16-10-1-15,10-9 0 0,21-16 5 16,3-11 1-16,17-7 12 15,8-1 10-15,22 6 12 16,5 3 3-16,6 1-9 16,-5-7-7-16,-17-1-11 15,-12 5-4-15,-25 17 0 16,-8 14-1-16,-31 30 0 16,-14 10 1-16,-22 22-5 15,-14 11 1-15,-11 14-21 16,-3 6-9-16,11 0-22 15,9-2-22-15,24-10-104 16,15-8-84-16</inkml:trace>
  <inkml:trace contextRef="#ctx0" brushRef="#br0" timeOffset="26784.48">15883 4473 404 0,'1'-8'227'0,"-1"-8"-31"0,0 3-13 0,-7 0-34 15,0 4-28-15,-11 12-37 16,-6 5-13-16,-3 19-28 15,-9 7-9-15,1 11-19 16,1 4-7-16,2 10-3 16,13 8 3-16,17 14 9 15,11-1 3-15,21-20 12 16,5-14 4-16,15-35 5 16,2-16-1-16,9-28-1 15,1-16-9-15,-2-32-12 16,1-2-3-16,-11-4-9 0,-5 5 1 15,-18 12-2-15,-9 1 0 16,-25 1 0-16,-15-1-17 16,-21 11-79-16,-8 10-50 15,-11 35-243-15</inkml:trace>
  <inkml:trace contextRef="#ctx1" brushRef="#br0" timeOffset="26570.34">16471 9331 0,'0'0'0</inkml:trace>
  <inkml:trace contextRef="#ctx0" brushRef="#br0" timeOffset="29343.58">8837 6392 222 0,'-2'0'146'0,"1"0"-10"0,1 7-46 0,0 5-10 16,2 6 10-16,1 8 12 15,2 9 19-15,2 5-8 16,0 7-15-16,3 6-13 16,-1 8-38-16,-1-4-14 15,-4 2-18-15,0-8-10 0,-4-19 2 16,-1-2-1-16,-3-21-6 16,-4-9-21-16,-2-18-127 15,0-13-62-15,0-17-126 16</inkml:trace>
  <inkml:trace contextRef="#ctx0" brushRef="#br0" timeOffset="29536.37">8819 6237 541 0,'6'3'284'0,"12"17"-78"15,1-3-31-15,5 3-52 0,5 2-30 16,6-13-42-1,5 4-14-15,6-3-21 16,-7-7-10-16,-3-1-4 0,0 0-23 16,-15-9-171-16,-1 9-116 15</inkml:trace>
  <inkml:trace contextRef="#ctx0" brushRef="#br0" timeOffset="29752.46">8939 6621 571 0,'0'0'274'0,"4"1"-98"16,10 0-26-16,19-1-38 16,6 0-8-16,4-4-31 15,5-1-15-15,-9-1-27 16,-4 1-15-16,4 2-36 15,-12 0-82-15</inkml:trace>
  <inkml:trace contextRef="#ctx0" brushRef="#br0" timeOffset="29987.85">8903 6990 1031 0,'7'0'390'0,"5"-3"-273"0,15 0-51 15,7-2 5-15,12 0-7 16,7 3-13-16,-1 1-32 16,-1-1-12-16,-6 0-45 15,-3 1-67-15,-1-5-297 16</inkml:trace>
  <inkml:trace contextRef="#ctx0" brushRef="#br0" timeOffset="31694.86">8436 4138 166 0,'0'1'121'0,"-4"-1"23"15,-2 1-5-15,-11 1-28 16,-4 4-22-16,-7 1-46 15,-1 1-12-15,-1 3-18 16,-2-3-5-16,2 2-7 16,-1 5-1-16,-1 4 0 15,6 2 0-15,1 11 0 16,-5 0 1-16,7 3-1 16,5 2 0-16,8-3-2 15,13 0 1-15,15-3 0 16,6-3 0-16,6 3 2 15,2 3 6-15,2 10 6 0,-9 9 1 16,4 38-2-16,-6 12-2 16,-6 25-2-16,2 23 6 15,-13 13 30-15,-1 21 9 16,-12 30 8-16,-3-5-6 16,-5 18-24-16,0-15-8 15,3 5 5-15,-3-8 3 16,7-26-3-16,-3 7-2 15,-4-37-17-15,8 5-6 16,-11 8-1-16,-1-7-2 16,7 23-1-16,-6 3-2 15,17 2-4-15,8 13 1 0,7-4-5 16,11-12 0-16,2-21 4 16,1-22 0-16,0-32 3 15,-2-16-4-15,3-24-15 16,-5-10-5-16,-4-16-3 15,-6-7 3-15,-8-16 15 16,-1-14 3-16,-5-7 13 16,0-3 9-16,0-1 10 15,0 4 0-15,0-1-4 16,0 0-6-16,7-11-6 16,45-39-2-16,-20 28-221 15</inkml:trace>
  <inkml:trace contextRef="#ctx0" brushRef="#br0" timeOffset="32674.2">9810 6732 119 0,'3'-6'117'0,"3"-8"54"0,0 6 14 16,-5-3-1-16,-1 2-15 16,-7 4-40-16,0-3-34 15,-10 5-41-15,0 1-15 16,-4 3-12-16,-1 6-1 0,-1 5-9 16,3 4-4-1,-3 9-6-15,2 6-4 16,4 9 0-16,2-2-1 15,9 3 1-15,1-3 0 16,7-8-1-16,4 0 4 0,7-8 11 16,3-5 4-16,4-10 4 15,3-2 2-15,-5-12-11 16,8-7-6-16,0-9-3 16,1-13-4-16,4-7-1 15,-2-7-2-15,1-1 2 16,1 11-2-16,-7 19-1 15,-3 15-1-15,-11 25 0 16,-4 16-2-16,-6 17 5 0,-2 3 1 16,1-5-2-16,1-6 2 15,8-17-64-15,3-8-69 16,7-15-183-16</inkml:trace>
  <inkml:trace contextRef="#ctx0" brushRef="#br0" timeOffset="33015.18">10281 6801 481 0,'0'11'227'0,"-2"16"-100"0,-2 9-27 0,-1 4-31 16,-1 2-26-16,0-2-13 15,4-1 0-15,2-16 0 16,2-5 3-16,4-18 19 0,0-7 4 16,9-21 1-1,7-9-7-15,17-13-30 16,5-2-8-16,9 6-11 15,0 8 0-15,-7 18 2 16,-4 9 0-16,-16 24-59 16,-5 13-84-16</inkml:trace>
  <inkml:trace contextRef="#ctx0" brushRef="#br0" timeOffset="34301.11">11017 5987 610 0,'0'4'254'0,"-2"7"-132"15,-1 6-76-15,-1 8-5 16,-2 4 14-16,-2 11 24 16,3 6 6-16,-1 15-7 0,5 5-4 15,0 13-16-15,1 1-11 16,-1-5-12-16,-4 7-11 15,2 4-5-15,-6 2-3 16,8-8-2-16,5-10-3 16,1-28-4-16,1-17-3 0,3-13 0 15,6-9-1-15,1-8 2 16,7-7 0 0,2-13 2-16,-2-7-1 15,9-6-3-15,-5-3 1 0,2 4-2 16,-4 8 0-16,-11 14 0 15,-1 7-1-15,-9 9 0 16,-2 6 1-16,-2 2-2 16,-2 2 0-16,-2 1 0 15,0-7 2-15,0 0 5 16,0-2 4-16,2-3 6 16,-1 0 4-16,3-1-2 15,0 0-6-15,0 0-6 16,0 0-5-16,0-1 2 15,0 1-2-15,0 0 0 0,3-2 0 16,-2 2-2-16,-1 0 0 16,0 0 2-16,1-4-3 15,7-8 1-15,15-26 0 16,-21 22 0-16,-1 3 0 16,1 5 1-16,-2-1 1 15,0 5-1-15,0 2 3 16,1 1-2-16,-2 3 1 15,-1 3 2-15,1-4-4 16,0 0 2-16,0 0-1 0,0 0 2 16,0 0 0-16,0 0 0 15,0 0 2-15,1 0-4 16,0 0 4-16,0 0-5 16,0 0 3-16,0 3-3 15,-2 12-1-15,-4 38 2 16,2-23-2-16,-5 9 0 15,-1 5 0-15,0 2-1 16,0 0 1-16,4-5 0 16,3-3 3-16,3-16-1 0,2-6 0 15,3-11 1-15,-1-5-2 16,11-7 7-16,0-9-1 16,7-10 1-16,4-4 2 15,-1-10-10-15,5 5-1 16,3 7 0-1,-9-3 1-15,-3 13 0 16,-6-1 2-16,-14 8-1 0,3 11-1 16,-4 10 1-16,3 10 1 15,0 8-4-15,2-1 1 0,1 5-1 16,0-4 2-16,4 2 0 16,2 2-1-16,10 6 2 15,6 5-3-15,5 10 3 16,1 5 1-16,-2 5-4 15,-7-2 2-15,-4-5-3 16,-6-6 0-16,-8-11 5 16,-5-4 1-16,-8-3-1 15,-6 0 1-15,-8-4-3 16,-5-2 0-16,-9-8 1 16,-3-2 1-16,-17-15-2 15,-7-9-1-15,-13-16 1 0,-1-10-6 16,10-7-2-16,13-1-4 15,24-1-2 1,13 0 2-16,19 1 4 0,9-1 3 16,14-2 1-1,12-1-5-15,21 2-96 16,15-5-120-16</inkml:trace>
  <inkml:trace contextRef="#ctx0" brushRef="#br0" timeOffset="35525.98">12767 6405 391 0,'-4'-12'273'0,"-6"-10"-28"0,-8 2-49 16,-3 7-34-16,-8 9-75 16,-1 9-23-16,-3 15-34 0,-3 7-8 15,-6 14-8-15,-3 3-4 16,-4 7-4-16,5 3 0 16,6 12 2-16,8 7-5 15,24 12 19-15,6 2 11 16,24-17 5-1,13-11 2-15,10-23-16 0,5-7-11 16,0-20-11-16,0-9-6 16,5-22-91-16,10-9-116 15</inkml:trace>
  <inkml:trace contextRef="#ctx0" brushRef="#br0" timeOffset="36376.83">13256 6192 454 0,'-6'11'245'0,"-5"21"-27"16,-1 18-80-16,-1 21-25 15,-2 8-8-15,-2 8-24 16,3 6-5-16,5 12-24 0,4-2-6 15,6-20-5-15,7-22-3 16,5-39-10-16,3-15-1 16,8-19-12-1,10-5-4-15,11-27-4 0,7-10-4 16,4-9-3-16,-6-5-1 16,-8 19-5-16,-7 11 3 15,-12 25 1-15,-4 14 0 16,-11 30 1-16,-5 13 0 0,-5 25 1 15,-1 6 1-15,-3-6 1 16,1-11 1 0,3-24 0-16,2-14-1 0,8-19 2 15,4-5-1-15,4-17 0 16,2-5 0-16,4-8-1 16,1-9-2-16,3 0 3 15,1-2-3-15,1 9 0 16,0 6 0-16,-7 10 0 15,-6 11 1-15,-13 10 1 16,-7 13 1-16,-2 13-1 16,-1 4 4-16,-4 1 0 0,2-3-1 15,-1-6-1 1,1-10 4-16,8-10 1 31,1-2 1-31,0 1 6 0,1-2-5 16,5-5-2-16,-5 4-1 0,0 0-5 0,0-1 4 15,7-9-4-15,23-22 2 16,-28 29 1-16,-1 3-4 0,2 1-1 16,-2 1 1-16,-3-2-3 15,1 1 5 1,0 0 0-16,0 0-3 0,0 0 3 16,0 8-1-16,1-8 4 15,-2 4-4 1,1 1-2-16,1-3 0 0,1 7-2 15,2 1 3-15,10 25 1 16,-13-21 2-16,-2 2 3 16,3 5 5-16,0 2 9 15,-1-3-4-15,11-1-1 16,-5-3-2-16,4-5-11 16,7-3 4-16,-5-2-5 15,0-5-2-15,-5-1-1 0,-2-3 0 16,-2-2-25-1,-1 2-37-15,-1-3-88 0,-1-2-108 16</inkml:trace>
  <inkml:trace contextRef="#ctx0" brushRef="#br0" timeOffset="36554.32">13902 6545 933 0,'-9'8'381'0,"-16"13"-253"0,-6 3-41 0,6 3-57 16,3 1-28-16,13-13-213 0</inkml:trace>
  <inkml:trace contextRef="#ctx0" brushRef="#br0" timeOffset="36821.51">14198 6146 898 0,'-9'20'340'0,"-9"33"-247"0,0 9-26 16,5 7-11-16,1 5 5 15,6-5 3-15,1-1 0 16,1 10-1 0,4 8-5-16,2 1-16 15,2-5-11-15,6-22-15 16,-1-17-7-16,2-19-13 0,-2-9-47 16,2-15-181-16,-1-10-228 15</inkml:trace>
  <inkml:trace contextRef="#ctx0" brushRef="#br0" timeOffset="37297.08">14634 6673 566 0,'-8'4'277'0,"-5"3"-105"15,-8 7-66-15,-3 16-68 16,-1 5-17-16,-3 15-8 16,0 4-7-16,9 0-3 0,6 0 2 15,5-10-1 1,4-9 3-16,8-16 3 16,3-9 0-16,14-18 5 0,7-6 1 15,7-20-4-15,0-10 1 16,5-27-6-16,5-10-5 15,8-9-2-15,-14 2-3 0,4 13-1 16,-9 6 0-16,-16-1 1 16,10 4-3-16,-23 1-9 15,-7 4-4-15,-4 23-5 16,-5 10-7 0,-8 28-4-16,-3 14 6 0,-4 31 7 15,-7 11 10-15,4 18 28 16,6 4 17-16,0-4 34 15,9 4 22-15,10-6 24 16,3-6-6-16,13-10-34 16,11-7-17-16,8-25-46 15,10-4-25-15,10-20-160 16,-8-21-199-16</inkml:trace>
  <inkml:trace contextRef="#ctx0" brushRef="#br0" timeOffset="38546.08">15340 6211 608 0,'0'0'317'16,"-3"0"-94"-16,2 12-104 0,1 9-22 15,2 24-22 1,3 15-1-16,-5 10 3 16,-5 4-1-16,-1 0-15 15,1 2-4-15,5 1-22 0,5-9-10 31,6-15-9-31,1-18 1 0,1-31-4 0,3-9 7 16,0-22-5-16,7-4-5 16,7-10-2-16,0 4-8 15,3 6 4-15,-5 8-4 0,-8 18 1 16,-3 10-1-16,-14 24-4 16,-5 12 5-16,-5 19-5 15,-2 2 5-15,2-6 1 16,7-14 0-16,2-19 2 15,6-12-6-15,9-12-41 16,2-6-45-16,16-12-127 31,-18 9-103-31</inkml:trace>
  <inkml:trace contextRef="#ctx1" brushRef="#br0" timeOffset="38228.08">25378 10207 0,'0'0'0</inkml:trace>
  <inkml:trace contextRef="#ctx0" brushRef="#br0" timeOffset="41214.32">16044 6723 452 0,'-1'-4'224'0,"-2"-1"-85"0,-1-2-19 0,0-3-30 0,-2 3-10 0,-2-1 3 15,-2 0 6-15,-6 8-7 16,0 3-5-16,-3 17-31 16,1 9-14-16,-2 22-18 15,5 10-10-15,4 2 3 16,6 3-2-16,12-10 2 16,5-6 4-16,14-14 2 15,2-10 4-15,5-21 0 16,4-14 1-16,9-18-6 15,6-9-1-15,6-17-2 16,-5-12-3-16,-6-11-1 0,-11-12-1 16,-16 14-3-16,-6 15 1 15,-16 18 0-15,-8 19-2 16,-15 13-2-16,0 8 0 16,-6 12-13-16,-2 8-11 15,14 10-48-15,0 4-68 16,19 2-183-16</inkml:trace>
  <inkml:trace contextRef="#ctx0" brushRef="#br0" timeOffset="41545.83">16703 6620 651 0,'-4'2'314'0,"-17"4"-105"15,-13 5-81-15,0 13-62 16,-4 8-11-16,7 11-24 16,6 11-9-16,5 6-4 15,2 0-3-15,13 0 27 16,5-8 15-16,14-17 10 16,7-10 1-16,14-22-26 0,9-12-14 15,19-21-19 1,4-14 0-16,-3-27-2 0,-6-11-2 15,-24-6-4-15,-6 6-1 16,-14 25 0-16,-7 14-8 16,-12 19-49-16,-5 11-45 0,-10 10-151 15,-2 4-91 1</inkml:trace>
  <inkml:trace contextRef="#ctx0" brushRef="#br0" timeOffset="42044.29">17340 6608 660 0,'-7'4'284'0,"-21"10"-154"0,-4 6-21 16,-9 18-50-1,-5 8-14-15,5 19-21 0,3 4-4 16,15-5 4 0,4 0 4-16,18-21 9 15,8-8 1-15,15-19-11 0,9-13 0 16,10-18-7-16,10-12-6 15,2-30 0-15,-2-18-10 16,2-22-2-16,-7-1-2 16,1 1 0-16,0 7 1 15,-1 2-1-15,0-7 2 0,-18 7-1 16,-9 9-1-16,-24 31 2 16,-14 18-3-16,-15 37-5 15,-4 20 1-15,-1 38-2 16,-3 17 3-16,6 23 4 15,5 3 3-15,7 13 5 16,6 0 4-16,14-11 16 16,4-12-1-16,16-37-6 15,7-21-4-15,12-27-68 16,5-12-83-16</inkml:trace>
  <inkml:trace contextRef="#ctx0" brushRef="#br0" timeOffset="42726.3">18078 6711 725 0,'-3'2'284'0,"0"5"-178"15,3 1-48-15,15 0 3 16,3 2 17-16,22-3 16 16,6-2 3-16,11-3-15 15,4-2-10-15,-8-5-25 16,1 5-16-16,-4 0-21 16,0 0-4-16,-6 0-15 15,-7-6-27-15,-13-3-121 0,-4-3-142 16</inkml:trace>
  <inkml:trace contextRef="#ctx0" brushRef="#br0" timeOffset="43007.82">18625 6498 958 0,'8'8'384'0,"8"5"-240"0,8 2-93 16,-2 1 6-16,7 2-19 15,-4 3-4-15,-3 3-9 16,-3 1 0-16,-8 8 16 16,-5 7 6-16,-9 8-5 15,-9 3-7-15,-16-10-25 16,-5-5-52-16,-7-12-197 15,-4-8-182-15</inkml:trace>
  <inkml:trace contextRef="#ctx1" brushRef="#br0" timeOffset="41624.78">26640 11022 0</inkml:trace>
  <inkml:trace contextRef="#ctx0" brushRef="#br0" timeOffset="44741.84">19455 6336 516 0,'-1'-8'293'0,"-2"-6"-54"0,-1 4-41 16,6 7-96-16,4-1-31 15,10 5-47-15,6 2-8 16,9 3-8-16,1 7-4 0,1 0 1 16,2 9-2-16,-10 4-3 15,-7-3 3-15,-13 14-2 16,-7-5-3-16,-16-1 2 15,3 0-2-15,-8-12 3 32,1-5 1-32,16-8 0 0,1-3 0 0,13-2 0 15,2-2-2-15,11-1 0 16,9 0 0-16,6-5-1 16,7-1 1-16,-1-3 0 15,0 0 1-15,-2 6 2 0,-2 5-3 16,-11 10 3-16,-8 7-2 15,-19 11 0-15,-8 7 15 16,-18 16 19 0,-8 9 11-16,-11 13 17 15,-7-3-4-15,-11-13-11 16,1-11-11-16,-9-21-17 0,1-8-5 16,7-6-9-16,2-3-1 15,12-6-2-15,8-4-3 16,4-11-54-16,3-3-34 0,15-2-111 15,3-4-84-15</inkml:trace>
  <inkml:trace contextRef="#ctx0" brushRef="#br0" timeOffset="46573.75">20516 6314 303 0,'-9'-4'177'0,"-14"-7"-14"15,-3-2-15-15,3 9-49 16,2 4-25-16,9 15-44 16,-1 2-13-16,1 1-14 15,2 4-2-15,4 7 0 16,5 0 1-16,9 8 1 15,5 2 1-15,12 0 8 0,4 0 9 16,7 0 9-16,2 6 2 16,-8 3-2-16,-6 4-2 15,-10 4-4-15,-7-3 0 16,-10-4-5-16,1-6-2 0,-12-5-1 16,-2-4-2-1,-14-4-4-15,-7 0-1 0,-6-3-6 16,2 3-2-1,4-4 2-15,5-4-3 16,2-13 2-16,3-9 1 0,4-15-2 16,1-9-1-16,10-5-2 15,4-4-4-15,19 1-3 16,8 1 2-16,15-9 2 16,8-7 8-16,17-16 19 15,11-7 9-15,12-11 9 16,7 4 3-16,-7 0-15 15,-4-2-8-15,-6 4-7 16,-10 5-10-16,-29 9 2 16,-20 15-2-16,-42 28-3 0,-18 16-5 15,-21 28-4-15,-4 18-1 16,-17 18-30-16,-3 1-16 16,11-2-94-16,6-5-79 15</inkml:trace>
  <inkml:trace contextRef="#ctx0" brushRef="#br0" timeOffset="46938.12">21318 6473 670 0,'-8'0'325'0,"-12"0"-89"0,-3 3-133 16,-7 5-54-16,-3 1-21 0,4 7-23 16,2 2-1-16,0 7-1 15,2 7-1-15,5 15 3 16,4 8-3-16,17 20 17 16,9 2 17-16,7-14 16 15,12-14 10-15,13-30-6 0,5-16-9 16,27-23-17-1,8-18-4-15,6-30-12 16,1-6-5-16,-21-4-2 0,-15 11-4 16,-30 20 2-16,-15 9-1 15,-17 7-3-15,-12 4-1 16,-23 5-78-16,-12 3-80 16,-18 14-263-16</inkml:trace>
  <inkml:trace contextRef="#ctx0" brushRef="#br0" timeOffset="48471.69">9060 8518 986 0,'-10'10'406'0,"4"12"-261"16,16-2-54-16,1-4-61 15,23-4-32-15,-4-11-201 16</inkml:trace>
  <inkml:trace contextRef="#ctx0" brushRef="#br0" timeOffset="48663.09">9709 8581 1086 0,'5'1'371'0,"7"-5"-570"0</inkml:trace>
  <inkml:trace contextRef="#ctx0" brushRef="#br0" timeOffset="48799.08">10409 8576 676 0,'22'3'219'15</inkml:trace>
  <inkml:trace contextRef="#ctx0" brushRef="#br0" timeOffset="57149.69">3585 11076 377 0,'-4'1'211'15,"-3"3"-51"-15,3-8-28 16,4-8-73-16,0-3-24 16,4-12-21-16,5-2 0 15,7-6 17-15,5 0 11 0,9-2 14 16,8-2 1-16,9 9-18 16,5 1-8-16,1 14-18 15,-7 2-5-15,-9 13-1 16,-7 9-4-16,-9 7 2 15,-6 13-1 1,-9 17-3-16,-6 4 3 0,-10 24-1 16,-10 14-1-1,-13 17-1-15,-8 6-1 0,-23-6 0 16,-2-1 1-16,-3-16 0 16,8-2 0-16,15-17 13 15,7-15 6-15,11-25 8 16,1-15-3-16,8-15-14 15,6-10-7-15,8-21-7 16,10-9 3-16,12-14-1 16,1-4 1-16,14 5 0 15,3 8-3-15,7 13 4 0,3 10-1 16,11 21 4-16,-7 8 1 16,1 24 4-16,-7 12 7 15,-14 19 4-15,4 4 1 0,-10-4-7 16,4-8-4-16,1-24-10 15,1-10 2-15,11-16-2 16,2-4-8-16,16-8-62 16,6-3-68-16,1-7-204 15</inkml:trace>
  <inkml:trace contextRef="#ctx0" brushRef="#br0" timeOffset="57583.8">4976 11336 815 0,'-1'-8'366'0,"-4"-2"-167"0,-5-3-120 16,-1 8-22-16,-9 7-33 15,0 6-12-15,-6 21-5 16,-2 4-3-16,-3 7-6 0,-3 0 3 15,15 6 1-15,10 5-3 16,12 10 1-16,14 5 0 16,15-7-1-16,5-10 5 15,10-28 7-15,4-16 6 16,5-38 8-16,7-21-4 0,15-22-5 16,-2-8-7-16,-8 4-6 15,-17 8 0 1,-30 15-3-16,-10 8 2 15,-28 18-2-15,-5 14-1 0,-24 27 1 16,-13 9-1-16,-4 24-2 16,-2 9 3-16,17 1-1 15,12 8 2-15,20-1-1 16,9-5 0-16,12-12-5 16,10-13-27-16,14-24-101 15,5-13-110-15</inkml:trace>
  <inkml:trace contextRef="#ctx0" brushRef="#br0" timeOffset="57936.77">5700 11259 434 0,'0'-8'269'0,"-1"-9"19"16,4-5-163-16,-3 7-73 15,-6 5-10-15,-17 13-25 0,-4 12-4 16,-1 19-8-16,2 10-1 16,8 15-3-16,1 3 3 0,8 9 12 15,3 5 10-15,14 11 32 16,6 1 8-16,18-15 3 16,12-15-4-16,5-34-26 15,3-15-7-15,-2-24-10 16,-8-15-8-16,-5-33-5 15,-4-7-3-15,-16-14-5 16,0 3 3-16,-14 21-4 16,-4 7 1-16,-12 23 1 15,-8 5-5-15,-8 17-28 16,-4 4-32-16,-5 13-87 16,8 10-67-16,8 8-118 15</inkml:trace>
  <inkml:trace contextRef="#ctx0" brushRef="#br0" timeOffset="58463.3">6332 11338 456 0,'-4'3'304'0,"-8"4"17"0,0 1-148 0,-2 1-114 15,0 2-22-15,-1-2-31 16,3 3-2-16,-2 1-1 16,-2 0-2-16,3-2 3 15,-5 2-1-15,1 2 2 16,1 2 9-16,6 9 14 0,5 5 12 16,11 16 5-16,7 10-1 15,9 10-8-15,6 5-4 16,10-11 0-16,3-11-6 15,3-22-9-15,-2-14-3 0,-2-18-9 16,0-9-2 0,-7-20 0-16,-2-7-2 0,-14-15 0 15,-7-9 0-15,-11 2-8 16,-8-2-6-16,-8 16-43 16,-4 7-42-16,-4 12-157 15,0 6-114 1</inkml:trace>
  <inkml:trace contextRef="#ctx0" brushRef="#br0" timeOffset="58756.77">6928 10886 793 0,'1'0'361'0,"5"3"-134"16,0 12-135-16,-1 8-18 16,-5 25-20-16,-2 15-14 0,-8 36-8 31,-2 14 0-31,0 7-3 0,-2 0-1 15,5-12-9-15,1-5-8 16,6-13-57-16,2-7-61 16,1-24-280-16</inkml:trace>
  <inkml:trace contextRef="#ctx0" brushRef="#br0" timeOffset="59505.04">7557 11498 312 0,'-15'3'201'0,"-16"4"0"0,4-3-17 0,10-4-48 16,-3 0-21-16,7-4-40 15,0-3-11-15,5 3-17 16,3-2-5-16,3 2 0 16,2 2-4-16,5 2-4 15,9 2-1-15,18 9 0 16,15 3 6-16,22 1 3 16,7 1 3-1,4-10-10-15,-6-3-7 0,-8-2-16 16,-5-3-4-16,-12 0-7 15,-3 1-7-15,-15-4-65 16,-11-5-76-16</inkml:trace>
  <inkml:trace contextRef="#ctx0" brushRef="#br0" timeOffset="59783.53">7989 11199 1227 0,'7'7'453'0,"18"3"-369"15,10 0-36 1,24 5-33-16,4-1-6 0,1 9-6 16,1 5 0-16,-9 8 3 15,-2 5-6-15,-11-1-4 16,-13 2-3-16,-27 2-3 15,-14 0 4-15,-24 12 8 16,-13 1-2-16,-12-3-33 16,-4 3-24-1,-7-17-57-15,-5-5-33 0,7-15-137 16</inkml:trace>
  <inkml:trace contextRef="#ctx0" brushRef="#br0" timeOffset="60885.12">9478 10702 608 0,'-10'-9'301'0,"-14"-16"-108"0,-6 2-44 0,-1-2-82 0,-5-2-21 16,-8 8-28 0,-1-2-6-16,-5-1 12 0,0 2 15 15,4 1 13-15,0 3 1 16,15 6-15-16,2 4-11 16,16 4-17-16,13 1-3 0,14 3-3 15,5 4-2-15,10 7-2 16,2 6 3-1,2 12 0-15,0 9 2 0,-7 25 6 16,-2 20 2-16,-11 20 2 16,-1 8-1-16,-3 18-3 15,-4 0-2-15,4 1-2 16,0 4-1-16,3-7-4 16,2-4-1-16,5-3 1 15,-1 2-2-15,0 2 0 16,-1-2 2-16,-4-3-2 15,-5 2 1-15,-6-2 1 16,-2 4 1-16,-6 11-1 16,-3-6 0-16,-2-3 3 15,0 0 4-15,4-2 22 16,2 3 3-16,5-2 1 0,5-5-3 16,3-13-21-16,2-10 1 15,4-12-9-15,2-10 1 16,-1-12-6-16,-1-9 4 15,-6-17-2-15,-4-4 2 0,-4-8 5 16,-3-3-8-16,-5-7 5 16,1-1-3-1,-5-7-1-15,1 2 3 0,0-3-3 16,0-2 0 0,2 1-2-16,1-2 2 0,4-2 3 15,0 1-3-15,0-2 3 16,2 0-1-16,1-1 1 15,0 0 3-15,0 0 3 16,0 0 8-16,0 0 4 16,0 0 5-16,0 0 4 15,-1 0-3-15,1 0-4 16,1 0-6-16,0 0-7 16,0 0-4-16,0-1-6 15,1 0 3-15,26-8-5 0,36-12 2 16,-8 11-1-1,6 1-1-15,11 5-5 0,-1 0-32 16,-1-2-121-16,2 1-167 16</inkml:trace>
  <inkml:trace contextRef="#ctx0" brushRef="#br0" timeOffset="62019.29">10141 10433 640 0,'-7'0'289'0,"0"1"-139"0,4-1-54 0,3 0-62 0,10 2-15 0,5 3-16 16,5 3 0-16,12 4 12 16,11 1 11-16,26-1 13 15,18-3 7 1,13-9-11-16,7-7-6 0,-9-8-19 15,-4-5-6-15,1 0-58 16,-4 0-57-16,-15 3-122 16,-16 2-91-16</inkml:trace>
  <inkml:trace contextRef="#ctx0" brushRef="#br0" timeOffset="62332.45">10732 10690 923 0,'12'27'363'16,"8"18"-237"-16,13 11-76 16,4 0-19-16,3-5-14 15,-5-1-10-15,-13-2-38 16,-13-2-42-16,-12-7-133 16,-3-1-81-16</inkml:trace>
  <inkml:trace contextRef="#ctx0" brushRef="#br0" timeOffset="62526.28">10480 11270 940 0,'9'7'379'15,"22"3"-245"1,10-3-46-16,15-9-47 0,4-7-9 15,4 1-15 1,10 3-3-16,5 5-6 0,6 0-29 16,-14 1-187-16,-7 5-178 15</inkml:trace>
  <inkml:trace contextRef="#ctx0" brushRef="#br0" timeOffset="62949.31">11517 11004 1205 0,'13'5'419'0,"4"6"-381"16,8 1-23-16,2-2-8 15,-8-1-2-15,0 3-2 16,-3 0-1-16,-8 2-2 16,-3-2 0-16,-3-4 2 15,-2-8-1-15,1-14-1 0,4-5 0 16,4-8-5-16,3-3 3 16,7 2 2-16,4 2-2 15,1 6 3-15,3 6 0 16,-5 16-1-16,-2 8 1 0,-3 15 0 15,-5 9 1 1,-7 17 4-16,-1 12 3 16,-8 8 6-16,4 2 0 15,-1-17-4-15,-1-14-4 0,6-25-7 16,1-15-16 0,7-21-85-16,4-14-114 15</inkml:trace>
  <inkml:trace contextRef="#ctx0" brushRef="#br0" timeOffset="63493.63">12500 10054 822 0,'-5'-17'348'0,"2"-14"-197"0,-7 3-52 0,-4 13-52 16,3 8-14 0,-11 15-25-16,6 11 0 0,-6 18-7 15,-2 9 1 1,6 21 2-16,-3 14-4 0,19 16 5 15,3 6-4-15,7 16 9 16,13 8 6 0,5 7 2-16,3 4-1 0,9 2-6 15,-7-4-5-15,-8-20-4 16,-1-10-1-16,-9-35-5 16,-5-21-1-16,-7-22-1 15,-1-17 1-15,-7-22 2 16,-3-12 3-16,-3-16-6 0,-5-7-8 15,-10-21-29 1,-6-11-21-16,-10-17-19 0,-1 3 6 16,9 19 33-16,8 16 27 15,23 34 52-15,6 12 9 16,13 17 20-16,8 8 0 16,13 14-16-1,-2 2-3-15,15 7-13 0,-2 2-9 16,-2-13-12-16,6-11-3 15,-8-25-42-15,4-13-59 16,5-18-228-16</inkml:trace>
  <inkml:trace contextRef="#ctx0" brushRef="#br0" timeOffset="64180.92">13067 10869 611 0,'-4'10'345'0,"-8"13"-61"16,-2 3-108-16,-2-7-105 15,1 3-22-15,-7-3-24 16,-2-2-10-16,-3 3-9 16,-6 1-1-16,1 3-3 15,3 3 1-15,3 3-3 16,10 5 4-16,8 4 7 0,8 1 5 16,7 0 20-16,2-6 7 15,5-10 6 1,7-9 1-16,6-9-17 0,-1-11-10 15,4-20-11-15,-8-10-9 16,1-21-3-16,1-6 4 16,0 0-7-16,0 0 0 15,-4 13-5-15,-3 6-1 16,-6 16 0-16,-2 4 5 16,-8 16 4-16,0 7-2 0,-2 12-1 15,1 9 2-15,-1 10 1 16,1 6 0-1,1 13 5-15,2 3-3 0,4 9-1 16,1-1 5-16,0-20 3 16,2-8 1-16,-2-29-1 15,2-10-3-15,2-19-6 16,0-7 4-16,3-10-6 16,4 2 5-16,4 0-1 15,1 1-2-15,9 12 0 16,3 5-1-16,-3 14 1 15,-2 8 0-15,-8 18 0 16,-5 8 1-16,-8 18 3 16,-4 11-3-16,-7 10 6 15,1-1-1-15,-3-15 8 0,0-19 10 16,0-28-4-16,-1-20 1 16,11-31-12-16,4-15-9 15,9-16-6-15,8 5-9 16,1 12-2-16,0 14 2 15,-3 20 5-15,-3 8 5 0,-7 22-2 16,-2 13 7-16,-6 19-4 16,-1 9 4-16,-6 12-1 15,2 2-26-15,-1-8-86 16,2-13-82 0,2-43-218-16</inkml:trace>
  <inkml:trace contextRef="#ctx0" brushRef="#br0" timeOffset="64582.51">14045 9936 1246 0,'-1'33'449'0,"-2"53"-383"0,2 18-35 16,3 21-22-16,1 11-4 15,2 20 0 1,1 2-3-16,3 1 1 0,-2-2-2 16,2-24-2-16,-1-18 1 15,-3-34 0-15,0-25 0 0,-5-40 1 16,-3-19-3-16,-2-31-7 16,-2-14-3-1,-4-27-13-15,0-7-4 16,-4-4-11-16,-1 1-8 0,-3 13-5 15,2 6 10 1,3 21 25-16,1 10 25 0,12 30 51 16,5 18 20-16,11 18 24 15,6 14-9-15,7 5-31 16,4-3-19-16,4-4-28 16,4-5-17-16,8-18-109 15,5-10-158-15</inkml:trace>
  <inkml:trace contextRef="#ctx0" brushRef="#br0" timeOffset="64896.02">14639 11107 1528 0,'14'13'532'0,"21"6"-484"0,17-7-37 0,12-20-56 15,0-7-43-15,-6-4-96 16,-13-2-91-16</inkml:trace>
  <inkml:trace contextRef="#ctx0" brushRef="#br0" timeOffset="65148.86">15155 10648 1408 0,'7'36'497'16,"8"43"-437"-16,4 8-38 16,-4-1-71-16,-3-3-40 15,-11-1-65-15,-5-1-34 16,-15-2 39-16,-8-8 41 0,-12-16 80 15,-3-10 39-15,-2-15 32 16,-1-10 0-16,1-13-18 16,8-4-32-16,9-8-189 15</inkml:trace>
  <inkml:trace contextRef="#ctx0" brushRef="#br0" timeOffset="65729.22">15987 11072 1459 0,'1'0'521'0,"9"-5"-491"0,4-8-144 15</inkml:trace>
  <inkml:trace contextRef="#ctx0" brushRef="#br0" timeOffset="65897.17">16377 11046 1432 0,'0'7'529'0,"-4"6"-443"15,9-5-162-15,7-16-288 16</inkml:trace>
  <inkml:trace contextRef="#ctx0" brushRef="#br0" timeOffset="66026.48">16933 10873 1215 0,'5'5'484'0,"2"-3"-307"16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937" units="cm"/>
          <inkml:channel name="Y" type="integer" max="1740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2632" units="1/cm"/>
          <inkml:channelProperty channel="Y" name="resolution" value="1000.1149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9-14T06:55:06.54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18557 11480 22 0,'-2'-1'21'0,"2"1"8"16,0 2 7-16,2 0 2 0,-2 2-2 16,0-4-6-1,0 0-9-15,0 0-3 16,0 0-4-16,0 0-1 15,0 0-4-15,0 0-2 0,0 0-3 16,0 0-1-16,0 0 1 16,0 0 0-16,0 0 1 15,0 0 0-15,0 0 2 16,5 0-1-16,7 1 0 16,29 4-1-16,-34-5-2 15,6 1-1-15,-7 0-1 16,-3-1 1-16,6 0 0 15,-11 2 2-15,4-1 2 16,2 0 2-16,-4-1 2 16,0 0 2-16,0 0 2 15,0 0-1-15,0 0 1 0,0 0 0 16,0 0-3 0,1 0-1-16,0 0 0 15,0 0-3-15,5 0 4 16,-2 0 1-16,2 0 2 0,1 0 2 15,-2 0 1-15,2 0 2 16,-5 0 1-16,0 0-1 16,-1 0 0-16,1 0-3 15,2 1-5-15,1-1-1 0,0 1-1 16,-2-1 1-16,4 0 1 16,-4 0 2-16,3 0-2 15,-2 0-1-15,3 0-1 16,-5-1 0-16,3 0-1 15,1 0-1-15,-1 0 1 16,32-7 0-16,-31 5 2 16,-1-1 0-16,1 0 5 15,-1 0 0-15,1-1 1 16,-1 1-2-16,-1 1-5 16,1 0-2-16,-2 2-3 15,2 0 1-15,-5 1-1 16,0 0 0-16,0 0 3 15,2 0-1-15,2 1 7 16,2 0 1-16,-3 0 0 0,-1-1 1 16,4 3-1-16,-2-2-4 15,0 0 3-15,2 0-3 16,2 0-1-16,26 8 0 16,-27-8-2-16,2 1 0 15,-4-1-2-15,3 1 0 0,0 1-1 16,-1-2 3-1,1-1-2-15,0 0 1 0,-2 0-3 16,0 1-1-16,0 1 0 16,1 0-1-16,2-1 2 15,3 1-1-15,-4 1 4 16,0-3-3-16,14 0 3 16,-3 0 2-16,3-2 3 15,-1 1 0-15,-7 0-1 16,2 1 0-16,3 0-4 15,0 0 2-15,-6-3-2 16,-1 0-1-16,1-1 0 16,2 1-2-16,0 0 0 15,2 0-2-15,-1-3 2 16,-1 2-1-16,5 3 1 16,1 0-3-16,2 1 1 0,0 0-1 15,1 0 2-15,5 2 0 16,1 0 0-16,-2-2-1 15,5 0 0-15,-5 0 1 16,-2 0-1-16,5 0 0 16,-16 0 0-16,7 1 0 0,-4 0 0 15,-3 0 1-15,7 1-1 16,-4 1 0 0,1-2-1-16,2 2-1 0,-4-3 1 15,0 1 0-15,-4-1 0 16,-2-3 2-16,-4 1-2 15,2-3 0-15,-1 2 0 16,2 1 2-16,0-2 0 16,3 2 1-16,-3-1-1 15,3 1-1-15,0 1 1 16,-1 1 1-16,4 0-2 16,-2 0-1-16,1 1 0 15,1 1 0-15,-5-1 0 0,4 1 1 16,-4-1 0-16,-2-1 0 15,5 0 0-15,-2-3-1 16,4 0 1-16,-5-4-1 16,-1 2 3-16,-1 1 0 15,-3 1-1-15,0 1 1 16,-2 1-2-16,1 0 2 16,6 0-1-16,-2 1-1 0,2 1 2 15,-7-1-2 1,3 1 0-16,-1-1-1 15,2-2 1-15,2 1 1 16,-5-3 0-16,3 1 1 16,-3-1-2-16,1-1-1 0,1 2 0 15,2 2 2-15,-2 0 0 16,2 2-1-16,-2 0-1 16,4 3-1-16,0 1 1 15,2-2 2-15,-3 0-1 16,0-2 2-16,0 0-3 15,-5 1-1-15,3-1 1 16,0 1 0-16,-4-1 2 16,3-1 0-16,-1 1-1 15,1 0-1-15,-2 0 0 16,1 1 1-16,0 2 0 0,1-2 0 16,0 2 0-16,2 2-1 15,-2-3 0 1,-1-1 0-16,0 0 0 0,1 0 0 15,-1 0 0 1,-4 0 0-16,5-1 1 0,-1 0 1 16,1-1-1-16,6 0 0 15,0 0-1-15,-3 1 0 16,3 0 0-16,-4-1 0 0,1 0 0 16,-3 1 1-16,0-1-1 15,3 1 0-15,-10 2 0 16,4-3-1-16,-2 2 1 15,-4 0 0-15,12 1 0 16,-9 1 2-16,2 0-1 16,3 0-1-16,-6-1 1 15,3 1-1-15,5 0 1 16,-4 1 1-16,8 1-3 16,-1 0 1-16,-2 4-1 15,4 1 0-15,-5-3 1 16,-2 3 0-16,-2-4 1 15,-2-2 1-15,-1 1-2 16,2 4 0-16,0-1-1 16,2 0-1-16,-1 3 2 15,-1-6 0-15,1 0 1 0,-2 4-1 16,0 1 2-16,2 1 0 16,2 1-2-16,-3-3 2 15,2-4-2-15,0 2-1 16,2 2 1-16,3 2 0 0,2 2 0 15,1 2 0-15,-2-2 1 16,1 2-1-16,1-5 0 16,-1-3 1-16,2-1-2 15,0-2 1-15,1 2 0 16,1-1 0-16,9-4 0 16,0 2 0-16,9-8 0 15,2 0 1-15,-3-3 0 16,4 1-1-16,-7 2 1 15,1-2-1-15,-4 6 0 16,-4-2 0-16,-1 1 1 16,0 2 1-16,-1 0 0 15,-2 1 1-15,2 5-3 16,-1 4 0-16,2 1-1 16,0 3-1-16,4-2 2 0,1-4 0 15,-2-4 1-15,4-2 0 16,-1-2 1-16,-5-1 1 15,5 0-2-15,-7-2 3 16,-2 2-2-16,7 0-2 16,-6 0 3-16,2 3-1 15,-4-2 1-15,-3 1 1 16,2 0-1-16,2 2-3 16,-1-1 1-16,0 0 1 0,-4-1-2 15,0-2 1-15,-5 0 0 16,1 0 0-16,-1 0 3 15,1 0 0-15,1-1-2 16,-1 1-2-16,3-1 1 16,-1 0 0-16,8 0 3 15,-1 0 2-15,3-4-3 16,4 2 2-16,-5-3-3 16,0-2 0-16,3 0 1 15,-10-4-4-15,6 0 1 16,-1 1 1-16,-10-2-1 15,8 3 2-15,-5 6 0 0,-3-3 0 16,6 4 1-16,-4-1 1 16,5-5-3-16,4 0 1 15,-2-3-1-15,5 1 0 16,-3-1 0-16,1-1 0 16,3 2 1-16,-3 1-1 15,1 3 1-15,3-4 0 16,-3 7-1-16,2-3-1 15,-1 3 0-15,2 10 0 16,-2-3 0-16,-3 0 0 0,0 2 1 16,-6-5 0-1,1 2 2-15,1 5-1 0,-2-3 1 16,-3-2 0-16,-4-2-3 16,2 1 0-16,-4 0 2 15,2 7-1-15,-2 0 4 16,-2-4 1-16,1 1-3 15,1 3 2-15,1-1 0 16,4 0-4-16,1 1 5 16,1-1-3-16,1-6-3 15,1 4 0-15,0-5 0 16,-3-5 0-16,-1 5 4 16,2-4-2-16,2 1-2 15,0 3 2-15,0-5-3 16,0 2 1-16,1 3 2 15,0 3-2-15,3 3 1 16,2-4-1-16,5 2 0 0,-3-5 2 16,2 2-2-16,-3-1 3 15,-2 0-3-15,2 3 0 16,-2-4 2-16,4 4-3 16,-1-3 1-16,-2-2-3 0,-4 4 3 15,2-1 0-15,-3 3 1 16,2-1-1-16,-1-2 1 15,-2-1-1-15,4 0 0 16,-1 1 0-16,3-1 1 16,-1-1-1-16,0-3 1 15,0-2 3-15,-1-3-4 16,3 1 0-16,0-6-2 16,0 2 1-16,-6 2 2 15,3 1 2-15,-6 9-1 16,0-1-4-16,-3-2 3 15,0 4-2-15,0-5 2 16,2-1-1-16,6 0 0 16,-1-5 3-16,0-1-4 0,4 4 2 15,0-5 0-15,-4-1-2 16,5 3 1-16,-4-2 1 16,0 2-1-16,-1 4 0 15,0 2 1-15,-2-1 0 16,-1 2 0-16,0-1-1 15,2 0 1-15,3-1 1 0,3-4-1 16,1 0-1-16,6-3-1 16,-2-1 1-16,5 3 1 15,-5 0 2-15,-10 2 0 16,-2 3-5-16,-6 2 2 16,6 3 0-16,7 6 0 15,1 5 3-15,-2-1-3 16,-5-1 2-16,-1-2-2 15,-2-1 0-15,3-3 0 16,2-1-2-16,2-2 4 16,-1-2-1-16,-1-3 0 15,0 0-1-15,-1-1-2 16,3-1-1-16,-2 1 4 16,2 2-1-16,-2-1 2 15,1 0 1-15,3 0-3 0,1 0 3 16,3 1-5-16,3 0-1 15,0 1 2-15,-1 0-1 16,-6 0 2-16,-6-2 2 16,3 2-2-16,-2 0 0 15,-1 1 0-15,1 2-2 16,-6 0 4-16,0 0 1 16,3 2-2-16,-1 2 0 0,2 2-1 15,0-1-2 1,1 3 2-16,1-3 0 15,-4 2 0-15,1-2 0 16,-1 0 1-16,1 1 1 16,1 0-2-16,-1-1 0 0,1 1 0 15,-1-2 1-15,-5 2 1 16,0-1 1-16,0 3-1 16,-4-1-2-16,7 4 0 15,1 1-1-15,-1 0 0 16,2-1 1-16,-1-5 1 15,4 0 2-15,-1-5-3 16,4-2 0-16,0 0-3 16,-1-3-1-16,0 1 5 15,-1 0-4-15,-2 2 4 0,-1 1 1 16,-1 1-1-16,4 5 3 16,-7-2-3-1,3 4 0-15,0 3 0 0,-4-2-3 16,3-2 2-16,0-1 0 15,1-4-2-15,-1-1 1 16,-2 1-2-16,0-2-1 16,0-1 4-16,-1 1 2 15,-1 3 1-15,0 3 0 16,-3-3 0-16,2 4-2 0,0-1 0 16,0-1 0-16,0-1-1 15,-1-1 0-15,2-2 0 16,-2 1 0-16,2 1 0 15,-2-3 0-15,-1 1 1 16,2-3 0-16,1 4 1 16,1-2 1-16,1 0-2 15,5 6-1-15,1-3 1 16,1 1-1-16,-5 3 2 16,-1-2 0-16,1-1 0 15,-1 1 0-15,5-2-3 16,-2-3 0-16,-2 3 2 15,-4-3-1-15,-4-3 3 16,4 3-1-16,-5-2-2 16,3 1 3-16,4 1 1 15,-3 3 0-15,-1-3 0 0,3 0-1 16,-2 1 1-16,0-1 1 16,1 1-1-16,-3 2-2 15,2-3-2-15,-2-6-2 16,2 1 3-16,1-2 1 0,-1 0-1 15,2 7 2-15,1-1-3 16,-2 1 0-16,0 0-1 16,1 1-1-16,2-1 1 15,1-2-1-15,3-2 3 16,1-7-1-16,0 2 2 16,4-1 0-16,-2 4-3 15,2 1 3-15,0 0-3 16,-2 3-1-16,5 3 2 15,-2 5 1-15,2 6 0 16,7 0-1-16,-3 3 2 16,-2-5-2-16,6-1 0 0,-9-3 0 15,1-9 1 1,2 3 0-16,-6-4-1 16,-2-1 0-16,-3 5 0 0,2 0 0 15,-3 6 1-15,-1 4-1 16,1 2 0-16,-2 7-1 15,3 2 1-15,0 2 2 16,2 0-2-16,-1-3 1 0,-2-2 0 16,3-2-1-16,-5-7 1 15,1-1-1-15,3-7 0 16,0-1 0-16,2-4-2 16,3-2-1-16,-2 2 4 15,-3 0-1-15,4 4 1 16,-8 0 1-16,4 4-2 15,-3-1-1-15,-1 2 1 16,2 2 1-16,2-3-1 16,-3 0 2-16,3-3-2 15,1-1 0-15,0-4 0 16,2-1-1-16,0 0-1 16,-1-3-1-16,2 2 4 15,-1 1 1-15,3-1-1 16,0 3-1-16,1 0 1 0,2 2-1 15,2 1 1-15,3 0 1 16,4 3-2-16,-1 0-1 16,-1 3 2-16,-5-2 1 15,-3 2-2 1,-3-1-1-16,-1 2 1 0,-1 3-1 0,-5 3 1 16,-2 1 2-1,-2 6-1-15,-3 4 1 0,1 3 1 16,0 7-2-1,-3 5-1-15,1 9 0 0,-1 2 0 16,0 0 1 0,2 0 0-16,-3-9 1 0,2-3-1 15,-1-1-1-15,2-8 2 16,1-2-2-16,-4-4 4 16,1-1-2-16,-3-1 2 15,0 2-1-15,0 2-1 16,2 2 0-16,-1-1-1 15,2 1 1-15,-2 2-1 16,1-3-1-16,1 2 2 16,0-1 0-16,0 0-2 15,-1 3 2-15,2-4-2 16,-1 3 0-16,3-1 0 0,-2-1 0 16,2-3 1-1,-2-1-2-15,1-3 1 0,-1-1-1 16,0-7 2-16,1 0 1 15,1-2-2-15,-1-3 1 16,4 2-1-16,0-3 3 16,2 1-2-16,1 1 0 15,1 0 0-15,2 3 1 16,1-2 0-16,0 1-1 16,-2-2 0-16,7 0 0 0,-1 2-1 15,-3 0 0-15,3 2 0 16,-8 0-1-16,0 2 2 15,5 2 1-15,-6-2-1 16,2-1-2-16,-4-5 1 16,1-2-2-16,3-4-1 15,-1-2 0-15,-2-5-3 16,0 0 1-16,0 4 5 16,1-2 0-16,0 3 1 15,-1 1 0-15,0 2 0 0,2 1-1 16,3 2 1-16,1-1 2 15,1 3-3-15,-3-5 2 16,1-1-2 0,1-2 0-16,0-6 0 15,5 2-4-15,-4-2 3 16,-3-2-1-16,0 7 2 0,4 0 2 16,2 6-1-16,1 4 0 15,0-1-1-15,-1 3 0 0,1-6 1 16,1 2 0-16,3-1 0 15,-7-1 0-15,2-2 0 16,3-2-1-16,-4 1 1 16,1-2-1-16,2-3 0 15,-3 0-1-15,2-4 0 16,0-2 0-16,3-2 1 16,1 0-1-16,2 3-1 15,4 0 2-15,-4 5-1 16,4 3 1-16,0 2 1 15,-4 8-2-15,1-1 2 16,-1 0 0-16,-4-4 0 16,2-4-1-16,0-3-1 15,-4-7-3-15,-1-6 2 16,-2-4 0-16,0-2-2 16,0 0 3-16,-1 7 0 0,0 2-2 15,1 7 4-15,1 2-1 16,7 6 1-16,2 3 3 15,0 7-1-15,4 2-1 16,-2 1 1-16,-1-1-3 16,3-7-2-16,-3-1 2 0,-7-12-2 15,0-8 2 1,-5-11-2-16,0-8-3 0,-3-6 3 16,0 3 0-1,0 6 1-15,-1 3 0 0,2 10 1 16,1 1 0-16,4 6 1 15,3 0 3 1,1 2-2-16,0 1 0 0,-7 0-1 16,-2 3-1-16,4-4 2 15,-8 2-1-15,-1-2 0 16,2-1-1-16,-12 0 0 16,10-2-2-16,-2-2 2 15,-9 1 0-15,0-1 0 16,-3-1-1-16,1 1 1 15,3 0 0-15,-1-5-2 0,2 2-1 16,-3-7 3 0,0 0 0-16,5-2 2 0,1 2 0 15,2-1-1-15,2 1-1 16,1 6 0-16,-1 0-1 16,3-1 1-16,0 5 0 15,-2-3 0-15,2-2 0 16,-2 0 2-16,-4-5-3 15,0-2 1-15,-1-2 4 0,1-3-4 16,-1-3 0 0,2-2 0-16,-2-2-1 15,1-1 2-15,2 2 0 0,-1-3 0 16,1-3 1-16,-2 0-2 16,1 2-1-16,-3 5 1 15,2 3 1-15,-2 4 1 16,1-1 0-16,-1 4-2 15,0 1 0-15,1 2 0 16,0 2-2-16,0 3 0 16,0 3 0-16,1 3 2 15,-4 4 2-15,1 1-2 16,-2 2 0-16,0-2 0 0,0 1 0 16,-1 3 1-16,0 0-1 15,0-2 1-15,1-17 1 16,4-28-1-16,-4 26 1 15,2 5-2-15,0 5-1 16,2 5 0-16,0 3 1 16,3 0 0-16,2 4 0 15,4 3 1-15,-1 1 0 16,3 0-1-16,-2 1 0 16,-2 0 0-16,3-1 0 0,-1 1 1 15,2-1 1-15,-2 3-2 16,-1-2-2-16,6 2 2 15,-5-3-2-15,2-2 2 16,5 1 0-16,-2 1 1 16,6 0-1-16,1 3 0 15,-2-3 2-15,0-2-2 16,-1-2 0-16,1-4 0 16,3-8 0-16,2-2 0 15,1-3-1-15,5-1 1 16,4 1 1-16,3 2 0 15,1 3 1-15,-7 4-1 16,-2 2-3-16,0 6 2 16,-4 3-1-16,2 0 1 15,-3 4 1-15,-2-3 0 16,-2-6 1-16,-2-1-2 0,0-4 0 16,-1-5-1-16,1 3 0 15,0-3 1-15,2 3 2 16,-2 5-2-16,7 1-1 15,-2 3 1-15,2 0-1 0,2 1 1 16,-3 2 1-16,3 0 0 16,-3 0-2-16,-2-3 2 15,0 0-1-15,-3-1 0 16,-2-3 1-16,2-3-1 16,0-5-2-16,-2 2 2 15,3 0 0-15,1 2 1 16,3 6 0-16,-4 1-1 15,-1 1 1-15,-4 2 0 16,-2 2-1-16,4 4 0 16,-4 0-1-16,3-2 1 15,0 3 1-15,0-2 0 16,4-1-1-16,-4 0 0 16,-1-2 0-16,-3-4 1 15,-2 1-1-15,0 4 1 16,-1 2-1-16,-2 12 1 0,-1-2 1 15,-1 5-1-15,1 5-1 16,0-2 0-16,2 5 1 16,0 1-1-16,-1-7 1 15,-4-3 0-15,-2-1-2 16,-2-4 2-16,-3 3-1 0,-1 0 2 16,1 2 0-1,-1 5-2-15,2 6-3 0,0 6 3 16,2 10 0-1,1 8 0-15,-2 2 2 0,2 3-2 16,-4-4 0-16,-4-10 0 16,-3-5 0-16,-3-8-2 15,-2-3 0-15,0-5 2 16,-1 2-1-16,1 4 3 16,-1 1-2-16,3 13 2 15,0-5-1-15,4 3-1 16,4 0 0-16,1-7 0 15,4 0 1-15,-4-11-1 16,1-4 1-16,-1-11-1 16,0-1-3-16,1-10 1 15,-2-2-1-15,0-6-1 0,-2 0 2 16,0-4-1-16,1-1 1 16,-1 0 0-16,-2-2-1 15,1 4 3-15,1 0 0 16,-2 3 1-16,2 3-1 15,1-1 0-15,0 4 1 16,0 1-1-16,1-1 0 0,0 1 1 16,0-1 0-16,0 1-1 15,0 0 1 1,-13-4-1-16,-30-37-1 0,23 26 1 16,-2-3-1-16,1 7 1 15,1 0 0-15,5 12 1 16,1 1 1-16,3 8 0 15,0 2-3-15,1 1 1 16,-4 1 0-16,3 1 0 16,3 2 1-16,0-3-1 15,3-1 2-15,1-5-2 16,-4-4 1-16,3-3-1 16,-1-4-2-16,-7-1 2 0,4-1-2 15,-5 4 2-15,0 0 0 16,4 4 0-16,-2 3 0 15,0 0 0-15,2 3 3 16,-2-3-3-16,0-2 3 16,-2-3-3-1,-4-1-1-15,3-5 1 0,-3-2-3 16,5-2 3-16,-2-1-3 16,2 3 3-16,1-3 0 15,1 3 1-15,1 0 1 16,1 3-2-16,-1 3 0 0,-1-6 0 15,1 8-1-15,1-1 2 16,-2 0-1-16,-1 0 1 16,-4-3-1-16,-2 1 0 15,0 0 2-15,1 2-2 16,0 2-1-16,1 1 1 16,-3 4 0-16,3 4 0 15,1 0 0-15,1 5 1 16,5 1-1-16,-2-2 1 15,0 0-2-15,0-2 1 16,0-3 1-16,2-1-1 16,0 0 2-16,0-4-2 15,1 0 0-15,0 2 0 16,-2-2-1-16,3 2 1 16,1-1-1-16,0 4 1 0,0-1 0 15,-1-1 0-15,-2-2 0 16,-2-4 0-16,-5 0 0 15,1-2-1-15,1-2 2 16,-5-1-1-16,2 0 0 0,0 0 0 16,0 4-1-16,0 0 1 15,0 2 0-15,6 1 0 16,-7 1 1-16,10-1 0 16,-2 2-1-16,-5-4 1 15,6-2-3-15,-4-4 2 16,2-2-1-16,-1-4 1 15,-1-1 0-15,1 1 0 16,1 0-1-16,1 2 0 16,3 3 0-16,0 0 2 15,1 3 1-15,-1 1-1 16,-1-1 0-16,-2 3-1 16,-1 3-1-16,-1 0 1 15,0 0 0-15,-1-3 1 16,1-1 0-16,-2-4-1 15,0-1 0-15,-1 0 0 0,-4-1 0 16,6 3-1-16,-4 0 1 16,7 4 0-16,1 3-1 15,-5 1 2-15,7 4-1 16,1-1 0-16,-5 0 0 16,8 2 1-16,-7-1-1 0,1 2 0 15,2 0 0-15,-3 1 0 16,-2-1 1-1,0-1-1-15,1 0 1 0,-4-2-1 16,4 0 0 0,-4 0 2-16,-3 0-2 0,3 2 0 15,-1 2 1 1,6-1-1-16,3 3 0 0,0-3 0 16,1-3 0-16,2 1 0 15,-2-3 0-15,4 3 0 16,-2-3 1-16,0 1-1 15,0-1 2-15,-2 2-2 16,0 5 0-16,-3 0 0 16,-2 0 0-16,0-1 0 0,0 4-2 15,0 1 2-15,0 1 0 16,-1 7 0-16,1-4 0 16,3 5 0-16,-1 2 0 15,2-5 0 1,0 1 1-16,1-3-1 0,0-4 0 15,0 1 0-15,2-3 0 16,-3 1 1-16,1 2-1 16,-1 1 0-16,3 3 2 15,7-2-2-15,-5-2 0 16,3-1 0-16,-5-2-2 16,-1-1 2-16,5 1-2 0,-6-1 2 15,4 1 0-15,0 0 1 16,-4-1 0-16,4 2 0 15,-1-3-1-15,2-1 0 16,1-2 0-16,1-2 0 16,-2-2-1-16,-3-2 1 15,5 2 0-15,-4-2 1 16,1-1-1-16,-3 6 0 16,-1-5 1-16,-4 4 0 15,3 1 1-15,-2 1 0 16,4 7-2-16,0 2 0 0,-6 2 0 15,1 3-1 1,-2 0 0-16,-1 2 1 0,1 1 0 16,-3-4 0-1,-3-1 0-15,-3-8 0 0,2-1 0 16,0-1-1 0,2-1 1-16,2 2 0 0,-1-1 0 15,5 2 0-15,2 1 3 16,1-1-3-16,2-1 0 15,-1-4 0-15,-1-1-3 0,1-4 4 16,-1-1-1-16,1-2 0 16,-4-1 0-16,-2-3 0 15,1 0 0-15,-8 0-1 16,4 0-1-16,0 1 2 16,-2 0 0-1,1 3 1-15,-2 0 0 0,-4 1-1 16,-4 3-1-16,0-2 0 15,-3 1 1-15,1-2 0 16,-1 0 1-16,-1-1 1 16,0 0-2-16,0-1-1 0,-3 0 0 15,3 1 0 1,-2 2 1-16,2 3-1 16,2 3 1-16,0 4 1 0,2 0 1 15,-3 3-2 1,-1-1 0-16,4 1 0 0,1-2 0 15,4 2 0-15,1-3 0 16,-2-4 0-16,3 0 0 16,0-1 1-16,0 0 0 0,2 3-1 15,-1-7-1-15,-1-3 1 16,0-1 0-16,-1-7 0 16,1 8 0-16,-2-3 1 15,-2 3-2 1,2 1 1-16,1 1 0 0,4-1 0 15,0 1 0-15,-1 0 1 16,0-3-1-16,2 0-1 16,0-8 0-16,0-1 1 15,3 0 0-15,0-3-1 16,3 8 0-16,1-6 1 16,0 4-1-16,3 1 1 15,-3-4-1-15,-1 7 2 16,0-6-2-16,2 7 1 15,1-2 2-15,0-6-2 0,1 8 0 16,-3-6 0-16,-3 0 0 16,1-1 0-16,-2-4-1 15,-5-3 1-15,2-1-1 16,-3-1 1 0,-4-2 1-16,3 1-1 0,-3 1 2 15,0 1-2-15,4 2 0 16,-5 0 0-16,2-2 1 15,-6 1-1-15,-4-1 1 16,2-4-1-16,1 1 0 0,5 1 0 16,5-9-2-1,1 0 2-15,1-2-1 16,2-7 1-16,1 10 0 0,0-1-2 16,3 5 2-16,4 3 0 15,1 2 0-15,2 7 0 16,0 1 0-16,1 1-2 15,-5 1 1-15,4 0 1 16,-5-1 0-16,-1-3 1 16,3-5 1-16,-4-6-2 15,-3-1 0-15,1-8 0 16,-1 5-1-16,1 1 1 0,6 2 0 16,1 7 0-1,-2 0 0-15,2 1-2 0,1 1 2 16,-1 0 0-16,3 3 0 15,-5 1 2-15,-4 1-2 16,3 3 1-16,-4-3-1 16,6 3 0-16,-3-1 0 15,-3-2 1-15,2 5-1 16,-4-2 0-16,2-3 0 16,2 4 1-16,1 2 2 15,1 2-3-15,-1 1 3 16,1 2-2-16,-1 3-1 0,0-3 1 15,1 3-1-15,-5-5 0 16,-1-3 0-16,-2-2 0 16,-3 1 0-16,1-1 0 15,-1 2 1-15,2 2 0 16,-3-2-1-16,3 5 0 16,1-1 0-16,-3 5 0 15,3 0 1-15,-1-1 0 16,-1 1-2-16,-2-4 1 15,-2-2 2-15,-7-1-2 0,0-7 0 16,-1 1 0 0,1 0-1-16,3-1 1 15,0 5 0-15,4 2 1 0,0 0-1 16,2 2 0 0,-1 2 2-16,0 1-2 0,-1 1 1 15,-6 1-1-15,3 0-1 16,-5 2 1-16,-4 0-1 15,10 0 1-15,-7-2 0 16,3-2 1-16,3 2 0 0,-1-3 1 16,0 1 1-16,3 3-1 15,0-2 0-15,2 5-1 16,2 3 2-16,-2-6-2 16,1 8 0-16,-3-1 0 15,-1-8-1-15,-2 7 0 16,-3-5-1-16,1-3 1 15,-5-1 0-15,-2-4 1 16,0-2-1-16,0-6 1 16,4 2-1-16,5 0 2 15,5 3 2-15,0 0-1 16,3 3 1-16,0-3-3 16,-3-1-1-16,-1 0 0 15,0 5 0-15,-2-1 0 16,-3 1 1-16,3 2-1 0,-5-3 0 15,-3 4 0-15,1 0-1 16,-4-3 1-16,2 4 0 16,4-3 0-16,3 2 1 15,4 1-1-15,2-2 0 16,3 2 0-16,1-4 0 0,1-2 1 16,1-3-1-1,-2-9 0-15,2 5-1 0,-3-5 1 16,0 5-1-16,-2 1 1 15,0-2 1 1,-2 5 0-16,-1-4-1 0,-2 4 0 16,-2 3 1-16,2-1-1 15,0 0-2-15,3-3 2 16,-3-1 0-16,3 3 0 16,3 0 0-16,-2-4 1 15,2 1-1-15,0-3 1 16,0 1 0-16,-1 0-1 15,0 0 0-15,-1 1-1 16,0-2 1-16,-2-1 0 16,-6 0 0-16,-1 0 1 0,-3 0-2 15,3 0 1-15,-1 0 0 16,-3-2-1-16,0 1 0 16,0-1 1-16,6 1 1 15,2 2 1-15,0 1-2 16,0 2 0-16,2 1 0 15,-1 3 0-15,0 2 0 16,1 1 0-16,-4 0 0 0,5-1 0 16,-5-2 0-1,3 3 1-15,-3-1-1 16,-3-1-1-16,0 2 1 0,1 0 0 16,4 3-1-16,2 6 1 15,-1 0 2-15,0 2-1 16,1 3-1-16,2 2 0 15,2 2-1-15,0-2 1 16,1 1 1-16,-2-3-1 16,2-1-1-16,-5-2 0 15,-5-1 1-15,0-3 0 16,-3-1 2-16,4 3-1 16,1-1-1-16,2 1 0 15,-2 0-1-15,3 1 1 0,2-1 0 16,0-2 1-16,1 0 1 15,-3-5-1 1,-1-3-2-16,-3-1 1 0,-1-1 0 16,1-4 0-1,1 4 0-15,-8-5 0 0,1 0-1 0,2 5 1 16,-1 0 0 0,5 2 0-16,2 2 0 15,-2 1-1-15,3 1 0 16,8 2 1-16,-1-5 0 15,1 0 1-15,0-6-1 0,-1-4 0 16,0-1 0-16,2-4-1 16,2-1 1-16,2-1 1 15,-3 0-2-15,4 4 1 16,1 0-2-16,1 2 2 16,3 2 0-16,-7 1 0 15,2-1 0-15,-5 4 0 16,-8 1 0-16,-2 0 0 15,1 4-1-15,-9 0 1 16,1 4 2-16,-1 0-1 16,-5 0 0-16,2 0-1 0,1-2-1 15,4-2 1 1,0 0 1-16,4-2-1 0,4-2-1 16,-1 1 1-1,-1-2-1-15,2 0 2 16,-1 1 0-16,1 1 0 0,-3-2-1 15,1 1 0-15,0-3 0 16,-1-3 0-16,4 2 1 16,0-7-1-16,-3 0 0 0,4 1-1 15,-1 3-2-15,1 0 4 16,1-2 0-16,-1 4 0 16,0 1 0-16,0 8-1 15,4 3-1 1,-1-6 1-16,0-1 1 0,2 2-1 15,-4-2 1-15,-5 3-1 16,4 1-2-16,-8-2 2 16,6 5 0-16,2 2 0 15,-3-1 2-15,6 5-2 16,-5-1-2-16,4 3 2 16,2 2 0-16,0-1 0 15,0 1 1-15,1-2-1 16,0 1 0-16,1-4 0 0,2 0 0 15,-2 0 1 1,-3-4 0-16,4 2 0 0,-5-2-2 16,7 3 1-16,2 0 0 15,3 0 0-15,-1 1 0 16,-2-4 0-16,-2 0 0 0,-9-2 0 16,-2-2 2-1,3 0-2-15,-6-4 0 0,3-1 0 16,2-2-3-16,3 1 3 15,3-3 0-15,5 2 0 16,3 0 0-16,1-1 0 16,-1 0 0-16,1-3 0 15,2 4-1 1,-2-2 1-16,-2-2 0 0,0 0 0 16,-3-2 1-16,0-1-1 15,0 1 0-15,0-3 0 16,-2 6-1-16,1-3 1 15,2 4-1-15,2 4 2 16,0-5-2-16,5 10 2 16,-6-1 1-16,-3 1-2 15,5 4 1-15,-9 2 0 0,5 0-1 16,-1 1 0-16,-8-5-2 16,-1 2 1-16,-1-2 1 15,-2 1 0-15,-1-2 2 16,-1-1-1-16,0 3-3 15,0-3 2-15,5 4 0 0,3 2 0 16,-1 1 0 0,5 4 0-16,0-1 0 15,1-2 0-15,-1 0-1 0,1 2 1 16,-1-5-1 0,-4 2 1-16,3-1 0 15,-8-3 1-15,2 4-1 0,-4-2 0 16,-4-1-1-16,0 0 1 15,-3-4 0-15,0 0 0 16,2 0 1-16,6-1 0 16,4 2 0-16,3 1-1 15,-2 0-1-15,1 2 1 16,-5 1-2-16,4-2 2 16,0-1 0-16,-2-2 0 15,1 0 0-15,0-2-1 16,-4 0 1-16,-4-2-1 15,0 0-1-15,-4 0 2 0,3-2 0 16,6 5 0 0,-3 1 0-16,6 0 0 0,1-3-2 15,1 1 1 1,1-1 1-16,2-2 0 0,0 2 0 16,4-2 0-16,0-2 0 15,-1-4 0-15,-1 3-2 16,-1-3 2-16,2-2-2 15,0-2 2-15,2-3 1 16,-3 0-1-16,2-1 1 0,-4 7-1 16,-2-2-2-16,1 5 2 15,-3 3 0-15,0 1-1 16,2-1-1-16,-8 4-1 16,2 1-1-16,-3 3 3 15,0 4 0-15,5 1 0 16,0 1 0-16,4-1 1 15,1 0-1-15,-1-2 0 16,3 1 0-16,-2-3 1 16,2 1-2-16,2-1 2 15,-1-1 0-15,3 0 1 16,0-4 1-16,4-1-2 16,-1 2-1-16,1-1 1 0,4 1 0 15,-2-5-1 1,-1-5 1-16,3-2 0 0,-3-3 0 15,0-5 0-15,5-2 0 16,-5-7-1-16,3 2-1 16,4 2 2-16,-7-1 1 15,10 4-1-15,-2-2 0 0,-2 1 0 16,5 1-2-16,-7-2 2 16,2 0 0-16,-1-3 0 15,4 2-1-15,3-2 1 16,-2 2-1-16,2-2 1 15,-5 2 0-15,0 2 0 16,0-1 0-16,0 9 0 16,3-5-1-16,-2 4 1 15,0 0 1-15,-1-1-1 16,-1 1 0-16,1 1 0 16,0 1 0-16,3-3-1 15,1-1 1-15,-1-1 0 16,1-1-3-16,0-1 3 15,-1 1-1-15,0 6 1 16,0-2 0-16,0 4 0 16,-2 0 1-16,-1 1-1 0,0 1 0 15,1 6-1-15,0-2-1 16,1-1 3-16,-2 2-1 16,1-6 0-16,0 5 0 15,1-3 0-15,0 4-3 0,2 4 2 16,-1-9-1-16,3 4 1 15,-3-4 0 1,-1-1 0-16,0 4 0 0,1-1 1 16,0-5 0-16,-1 2 2 15,1-3-2 1,0-2 1-16,0-1-1 0,1-5 0 16,2 2 2-16,-2-1-3 15,3 3 1-15,-1 1 0 16,1 2-1-16,0 4 1 15,0 1-1-15,0 5-4 16,-1 3 0-16,3 3-2 16,2 2 1-16,5 4-1 15,0-1 3-15,8 2 3 16,2-3 1-16,9-3 1 16,2-2 3-16,4-7-4 0,0-3 1 15,-6-4-1-15,4-7 0 16,-5-3 1-16,1-4-1 15,0-12-77-15,0-7-185 16</inkml:trace>
  <inkml:trace contextRef="#ctx0" brushRef="#br0" timeOffset="89270.26">18859 12679 57 0,'-2'5'34'0,"-1"4"-4"0,0-8-7 15,2 8 1-15,-3-8 3 16,3 3-2-16,-1-1-7 15,1-5-6-15,0 1-10 16,0 0-1-16,0 0-1 16,0 0 1-16,-1 0 0 15,1 0-1-15,0 0 1 16,0 0-1-16,0 0 0 16,0 0 1-16,0-1 0 15,0 1 2-15,0 0 3 16,0 0 3-16,0 0 8 15,-1 0 1-15,1 0 1 16,0 0-2-16,0 0-4 16,0 0-1-16,0-1-4 15,0 1-2-15,0 0 0 16,0 0 0-16,0 0 4 0,-1 1 5 16,1 0 4-16,0 0 3 15,-1 0-3-15,-4 2-3 16,0 0-4-16,2 1-1 15,-3 1 4-15,-22 20 2 0,25-24-6 16,2-2-3-16,1-5-4 16,-4 0-3-1,3 1 1-15,-3 2 1 0,-1 1-3 16,6-2-1 0,-4 0 7-16,7 1 4 0,-3 1 6 15,-1 2 2-15,0 0-4 16,0 0-3-16,0 0-3 15,0 1 1-15,0 0 0 16,0 0 1-16,-6 0 2 16,-3 0 0-16,-32 3 3 15,25-3-2-15,3 1 0 16,-1 1-1-16,5 2-6 16,0 1 0-16,-4 2-3 15,5-2-1-15,0 1 0 16,3-3-2-16,-3-4 0 0,1 1 1 15,3 2 0-15,-1-2 0 16,5 2-1-16,-1-5-1 16,-2-3 1-16,-3 1-1 15,3-2 9-15,-1 4 4 16,0 0 2-16,3 1 1 16,-3 5-8-16,2 1-3 15,-1 7-3-15,-1-3-1 16,-1-4 0-16,0 2 1 15,0-5 0-15,1 7-1 16,-2-4 0-16,1-3 1 16,1 6-1-16,-2-13 1 0,2 3-1 15,0 3 1-15,0-5 0 16,0 9-1-16,2-1 2 16,1-3-1-16,1 0-1 15,0 0 2-15,0 0-1 16,-1 0-1-16,1 0 3 15,0-1 1-15,0 0 4 16,0 0-1-16,0 0 0 16,0 0-1-16,-4-3-3 0,2 2 0 15,-2 0 0-15,-1-1-1 16,3 1-1 0,-2 0 1-16,0 0-1 0,2 1 0 15,-3 0 3 1,2 1 2-16,0 0-1 0,-3 1 2 15,4-1-4-15,-2 1 0 16,-1 0-2-16,-2 0 1 16,-28 0-1-16,26-6 0 15,4 6 2-15,1 0-1 16,-5-2 0-16,4 2-1 0,-4 1 2 16,-1 0-1-16,7 8-1 15,-3-4-1-15,-1-5 1 16,5 4 0-16,-5-6 0 15,0 0 0-15,7 1 6 16,-6 0 7-16,6-2 11 16,0 1 2-16,-4-5-1 15,4 5-2-15,0 0-7 16,0 0 1-16,0 0-6 16,0 0-7-16,0 1-2 15,0-1 0-15,0 1-3 16,0 0 0-16,0 0 1 15,-1 0-1-15,1 0 0 0,0-1 1 16,-8-3-30 0,2 0-37-16,-27-23-172 0</inkml:trace>
  <inkml:trace contextRef="#ctx0" brushRef="#br0" timeOffset="91352.47">18401 12646 118 0,'3'3'43'15,"1"2"-33"-15,2-3-9 16,-2 2-1-16,0-3 0 16,-4 2 5-16,0-3 20 15,0-2 12-15,-2 1 28 16,1 0 13-16,0 0 6 15,-1-7-4-15,0 0-12 16,-10-24-7-16,7 29-14 16,2 3-5-16,-1 4-15 0,1-1-9 15,-1 6-13 1,1-2-3-16,1 5-1 0,-1 5 0 16,0-4 0-16,-2-5 0 15,-1 0 0-15,0-8-1 16,-2 0 9-16,3 6 5 0,-2-9 3 15,1 2 0-15,2 1-5 16,0 3-5-16,-1 3-1 16,3 1-2-16,-1-2-4 15,0 0 0-15,2 5 0 16,-4-2 2-16,2-1 18 16,-4-2 11-1,2-1 8-15,1-4 4 0,-5-4-13 16,6 4-9-16,-7-10-3 15,-1 5-5-15,-1 3 2 16,3 1-1-16,0 4-3 16,1 4-2-16,2 3-3 15,-5 0-3-15,6 0-2 16,-5-3 0-16,5 4 1 16,-3-1-1-16,-2-6 0 15,7 3-1-15,-6-7 0 0,-2-3 0 16,0 2 4-16,-9-4 1 15,3 0 2-15,1 0 2 16,3 2-1-16,2 1 0 16,5 2-2-16,-2 5-3 15,1-1 0-15,2 3-2 16,0-2 1-16,0-5 1 0,-2-2-1 16,0-3-1-1,-2-5 0-15,0 5 0 0,-1-6 0 16,1-1-1-16,-4-1 3 15,3-5 0-15,0 5 0 16,-2 3 2 0,2 4-4-16,0 6-1 0,2 3 1 15,1-4-1-15,2 4 1 16,1 0-1-16,1 0 0 16,-1 6 0-16,0-2 0 15,0 1 1-15,-4-4 0 16,-2-4-1-16,-1 0 1 15,-1-2 0-15,1-3 2 16,-3 0 0-16,0 4 1 0,0 0 0 16,-3 6 2-1,2 3 0-15,1-3 0 0,0 4 1 16,7-2-2-16,-7-1-1 16,7-1 1-16,-9-5-1 15,-1 0 2 1,4-2-1-16,-8-3 0 0,6-1 0 15,-1-3-2-15,3-2-1 16,4 2-1-16,2-1 0 16,1 0 0-16,4 5-1 15,2 1 0-15,-1 1-2 16,1 2 1-16,1-3 1 16,-1 4 0-16,0-1-1 0,0 0-1 15,0-2-11-15,2-19-76 16,4-27-65-16</inkml:trace>
  <inkml:trace contextRef="#ctx0" brushRef="#br0" timeOffset="93233.41">17873 11459 92 0,'1'4'45'0,"0"1"-7"0,3 2-22 16,-3 1 0-16,0 1 5 16,0-1 4-16,-1-2 9 15,1-3 23-15,1-2 13 16,-1-3 26-16,1-4 3 15,-2 5-8-15,0 0-11 16,0 0-21-16,0 0-10 16,0 0-13-16,0-1-7 15,7-1-2-15,0 1-4 16,-3 1-7-16,1 1-4 0,0 1-4 16,0 0 2-16,1 0 3 15,-1 0 6-15,27-1 8 16,-28-5 2-16,0-3 7 15,1 3-2-15,0 0-5 16,0 2-4-16,2 3-9 16,0 0-4-16,1 1-5 15,1 1 1-15,-2 2-2 16,4 0 2-16,0-2 0 16,-2-1 1-16,7-1 0 15,-2-1 1-15,1-3-2 16,-1-1 0-16,-1 0 3 15,0-2 0-15,-6 1-2 0,8 1-1 16,-8 4-1 0,5 1 0-16,1 4 1 15,-3 2 0-15,2 0-1 0,-9 1-3 16,5 1 0-16,-3-3-2 16,2 0 2-16,-1-2-2 15,-3-4 0-15,0 0-1 16,2-2 0-16,2-1 2 15,2 0 3-15,-3 0 2 0,0-1-4 16,1 1-1-16,2 4-2 16,-2 0 2-16,1 1-2 15,-1 1 3-15,1 1-3 16,0 4-1-16,2 0 2 16,0-2-3-16,-1 0 1 15,1-2-1-15,-1-4 2 16,-2-1 3-16,0-3-2 15,-2 2-1-15,2 1 3 16,-1-2-4-16,4 4 4 16,1-1-1-16,0 1 0 15,0 1 2-15,2 3-5 16,0-1 0-16,3 0 0 16,0-2-3-16,3 0 3 15,-1-1 1-15,0-3 0 0,-1-1 5 16,2-3-2-16,0-1 1 15,-4 0 1-15,1-3 0 16,0 0 0-16,-8-1-4 16,2 4 0-16,-1 3-3 0,-7 0-1 15,4 5 0-15,-3-3 1 16,1 5 0 0,-3-3-19-16,-2 0-26 0,0 0-125 15,0 0-90-15</inkml:trace>
  <inkml:trace contextRef="#ctx0" brushRef="#br0" timeOffset="94617.02">17856 11800 212 0,'4'-9'123'0,"5"-11"-10"15,0-4-7-15,1-6-16 16,2-5-11-16,2-4-22 16,-3 0-10-16,2-2-20 15,0 6-4-15,-3 4-12 16,3 4-3-16,0 6-1 15,0 4-1-15,2 9 4 16,1 3 4-16,2 14 12 16,3 6 3-16,8 16 9 15,2 8 4 1,-3 6-2-16,-1 5 1 0,-9-4 1 16,-7-10-9-16,-2-15-10 15,2-10-9-15,-7-27-13 16,-7-13-14-16,-3-18-121 15,-6-9-107-15</inkml:trace>
  <inkml:trace contextRef="#ctx0" brushRef="#br0" timeOffset="95280.55">17996 11581 175 0,'0'3'80'0,"-5"-1"-27"0,6 6-35 16,-1-3 9-16,0 4 9 15,2 2 13-15,-2-3 3 16,1-2-5 0,0-1 4-16,-1-1 14 0,1 2 6 15,-1-2-1 1,0-4-7-16,0 0-11 0,0 0-4 16,7 23-9-16,8 26-4 15,-5-6-14-15,-3 5-6 16,2 7 1-16,-1 7-1 0,-7-5 3 15,0 2 0-15,-6-2 8 16,0-2 4-16,-3-4 4 16,-3-4-2-16,-2-5-12 15,2-3-6-15,1-3-11 16,1-1 0-16,1 2-2 16,4 4 0-16,0 4 1 15,4 2-1-15,0 4 0 16,0-6-1-16,2-13 0 15,-2-3 0-15,3-28 0 16,-1-11-1-16,-2-18 1 16,1-16 0-16,-1-11-80 15,0-1-99-15</inkml:trace>
  <inkml:trace contextRef="#ctx0" brushRef="#br0" timeOffset="95803.55">17869 12471 182 0,'0'0'94'0,"2"0"-10"15,-1 0 7-15,1 4 4 16,2 4-6-16,-4-8-29 0,0 0-17 16,1 5-23-16,1 8-6 15,8 31-2-15,-8-29 5 0,-2-1 9 16,5 3 7-16,-1 1 11 16,2 3 8-16,3 5 13 15,0-2-2-15,1 2 1 16,0 3-7-1,3-6-15-15,1-3-3 16,0-10-5-16,-1-9-9 0,-1-14-3 16,0-9-6-1,2-20-8-15,0-11 1 0,4-8-7 16,1-4-7-16,6 11-190 16</inkml:trace>
  <inkml:trace contextRef="#ctx0" brushRef="#br0" timeOffset="97353.33">16666 12380 157 0,'5'-1'78'0,"13"-6"-24"15,-2 3-14-15,-5-3-10 16,0-1 5 0,-4 0 12-16,-1-2 6 0,1-2 0 15,1 0-7 1,-10-8-16-16,-3-4-11 0,-4-1-14 16,-8-7-1-16,6 7-3 15,-3 3 1-15,-1 1 1 16,1 13-1-16,-1 7-1 15,0 2 1-15,1 13 6 16,6 8 5-16,2 11 8 16,1 3 1-16,8 14-2 15,-6-4-1-15,6 3-3 16,0 4 0-16,-2 2 1 0,2 4 1 16,4 10 5-16,3 5 2 15,2 2 0-15,-2-1-4 16,-5-7-4-16,-2-2-1 15,7-2 2 1,-2-6 0-16,4-2 0 0,0-4-5 0,-3-14-6 16,7-3-1-1,-2-14-4 1,-6-11 0-16,-4-13-2 0,0-3-2 0,-5-15 1 16,4-1-9-1,-2-12-90-15,-1-4-74 16</inkml:trace>
  <inkml:trace contextRef="#ctx0" brushRef="#br0" timeOffset="97547.68">16679 12851 506 0,'2'5'208'0,"-2"4"-125"0,11-2-50 16,6-3 0-16,4-2-15 0,3-2-3 16,8-5-5-1,-7-7-6-15,0-11-38 0,0-5-57 16</inkml:trace>
  <inkml:trace contextRef="#ctx0" brushRef="#br0" timeOffset="97982.34">17013 12581 360 0,'0'15'146'16,"-1"13"-86"-16,4 2-47 15,0-7 2-15,5 8-4 16,2 7 2-16,2 1-1 16,2 9-6-16,7 1 4 15,-3-6 6-15,-6-5 26 16,2-4 15-16,-12-15 17 0,-1-6 0 15,-1-13-17-15,-1-4-11 16,-1-12-24-16,-4-4-8 16,5-10-11-16,-7-5-1 15,4-3-1-15,4-4-2 0,5 1 1 16,2-3 0-16,3 4 0 16,4 10 0-16,-5 3 0 15,7 12-4-15,-2 6-29 16,-7-1-50-16,5 9-162 15</inkml:trace>
  <inkml:trace contextRef="#ctx0" brushRef="#br0" timeOffset="98395.94">17342 12694 263 0,'-4'21'116'0,"-1"27"-55"0,-3-2-23 16,9-1-19-16,-1-2-3 15,4 0-10-15,7 2-3 16,-1 1 7-16,5 0 14 0,1-6 37 16,-1-5 19-1,1-22 30-15,0-8-4 0,-2-19-20 16,-1-10-15-16,-3-14-31 16,1-7-14-16,-8-11-13 15,-3-3-4-15,-2-1-7 16,-6-2-2-16,-2 2-1 15,-2 1-11-15,-6 7-63 16,-2 6-47-16,-1 17-74 16,5 13-11-16</inkml:trace>
  <inkml:trace contextRef="#ctx0" brushRef="#br0" timeOffset="98968.07">17544 12947 409 0,'-4'10'168'0,"-2"7"-91"0,4-1-15 0,2-5 1 16,0-7-10-16,4-3-22 16,0-1-10-16,2-3-11 15,6 1-4-15,2 2 3 16,3 2 4-16,4 7 3 15,2 2 3-15,0 4-2 16,-3 0-2-16,0 1 1 0,-10-3 4 16,-10-8 16-16,1-3 3 15,-2-5 5-15,1-6-3 16,7-6-7-16,-5-4-4 16,-2-9-11-1,3-1-6-15,-3 1-10 0,5 2 0 16,7 6-2-16,6 7-1 15,-7 6 0-15,2 7-1 16,-1 16 1-16,-4 9 0 16,8 15 1-16,-4 6 0 15,-4 4 1-15,-2-8 1 0,-4-8 1 16,1-10 2-16,-2-24-3 16,0-7-1-16,0-30-6 15,1-14-36-15,0-21-248 16</inkml:trace>
  <inkml:trace contextRef="#ctx0" brushRef="#br0" timeOffset="99805.92">16986 11150 120 0,'0'-3'91'0,"0"-3"7"0,0 0-6 16,0 6-2-16,0-3-19 15,0 3-13-15,0 0-36 16,0 0-8-16,0 0 1 16,0 0 4-16,3 18 22 15,6 41 8-15,-1-12 4 16,2 7-1-16,1 8-6 16,1 5-8-16,0 8-5 15,1 7-4-15,-3 9-10 0,-2-8-1 16,-4-15-2-16,-5-14-3 15,-2-28 0-15,-1-10-2 16,-1-19-8-16,1-14-21 16,-1-30-127-1,0-15-85-15</inkml:trace>
  <inkml:trace contextRef="#ctx0" brushRef="#br0" timeOffset="100049.32">17065 11572 582 0,'-1'11'223'0,"-3"7"-152"16,6 0-42-16,5-11-18 15,2-1 1-15,11 2-3 16,1-12 2-16,6-2-5 15,5-3-2-15,-2-9-2 16,-1 1-2-16,-5-8-19 16,-3-6-17-16,0 0-59 15,0-3-28-15,-3-3-50 16,-1-4-24-16</inkml:trace>
  <inkml:trace contextRef="#ctx0" brushRef="#br0" timeOffset="100358.85">17398 11064 292 0,'0'7'145'0,"1"5"-14"15,1 2-116-15,2 4 10 16,-2-1 13-16,2 15 28 16,1 0 8-16,4 20-11 15,0 10-8-15,4 5-13 16,3 7-5-16,-1-9-5 16,1-1-7-16,-2-5-11 15,-2-5-5-15,-5-13-7 16,-2-12-2-16,-3-21-82 15,-2-8-91-15</inkml:trace>
  <inkml:trace contextRef="#ctx0" brushRef="#br0" timeOffset="100878.19">17745 11594 142 0,'-3'10'53'16,"-10"7"-39"-16,4-8-13 16,1 3 1-16,-4-11 0 15,2-1 13-15,-4-1 42 16,-5-5 23-16,11 7 35 0,-1-1 1 16,8 7-34-16,5 9-19 15,-2-1-38-15,9 5-13 16,7 6-7-16,-4-1-4 15,8 11 4-15,-4-1 3 16,3 3 4-16,2-2 3 16,-1-11 5-16,2-5 8 15,-8-19 20-15,0-8 11 0,-5-14 9 16,-1-6-11-16,-3-20-21 16,-4-8-12-16,-3-12-19 15,-5-3-2-15,-4 8-12 16,-1 3-32-16,-10 5-122 15,-1 4-69-15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937" units="cm"/>
          <inkml:channel name="Y" type="integer" max="1740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2632" units="1/cm"/>
          <inkml:channelProperty channel="Y" name="resolution" value="1000.1149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9-14T06:58:23.8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5025 8228 311 0,'4'2'1'16,"3"-3"0"-16,0 1-1 0,1-3 3 0,-3-3-3 0,-2 4 3 0,-2-1 7 0,-2 3 24 0,-2-1 5 0,2 1 3 16,0 0-7-16,0 0-15 15,0 1 0-15,-2 7 11 16,-2 6 4-16,-3 22-1 16,7-29 3-16,2 4-6 15,-1-4 1-15,1 7 9 0,0 0 2 16,-1-6 9-16,0 3 1 15,0-3-4-15,1-2-3 16,-1 5-8-16,0-4-1 16,0-2-1-16,0 2-3 15,1 0-7-15,2 1-6 16,1-5-7-16,0 1-2 16,1-4-5-16,4 0 1 15,0-2 3-15,3-2 2 16,-1 3 6-16,-1-4 2 0,-1-3 0 15,0 5-4 1,1-3-4-16,-1 4-4 0,5 10-4 16,-3-5 0-16,1 3-2 15,7 2 1-15,-3-8-2 16,1-1 0-16,-4-3 2 16,0-1 2-16,-1 0-1 15,4-1 6-15,3 1 0 16,1 0 2-16,-5 3 8 15,-2 2-5-15,4 0 3 16,-5 0-7-16,2 5-1 0,-1-3-2 16,-1-3-6-16,-1 3 6 15,0-8-5-15,-2 4 6 16,2-2 6-16,0-4 0 16,1 2 3-1,0-7-1-15,0 6-8 0,0-3-1 16,0 2 1-16,1 7-1 15,2-2-1-15,3 7-1 16,7 11 1-16,5-2-1 16,5 8 3-16,-4-3-4 15,-3-5-1-15,-2-2 1 16,-11-7 8-16,7-7 9 0,-8-9 9 16,-2 1 2-16,2-6-2 15,-6 3-9-15,5 3-10 16,-3 0-3-16,5 7-3 15,-1 1-1-15,2 8 0 16,4 1-1-16,-4 3-5 16,3 4 0-16,-3-3 2 15,1 3-1-15,-1 0 2 16,1-1 3-16,-2-3-4 16,0-2 2-16,5-3 13 15,1-4-4-15,2 0 7 0,6 0 2 16,2 2-7-16,-7 1 2 15,0 3 1 1,-2 0-4-16,-4 0-2 0,7 4-3 16,0 1-6-16,-5-3 2 15,-2 6-1-15,-2-8 3 16,-3 1 0-16,0-2-5 16,-2-5 0-16,1 1 2 15,0 0 1-15,-2 0 2 0,-2 1 3 16,-1-1-4-16,1 0 0 15,2 0 2-15,-1 2-4 16,1 0-2-16,-2-3 2 16,0 4 0-16,-2-4 3 15,3-1 2-15,-1-5-1 16,0-2 2-16,0-5-2 16,0 1-1-16,-2 1 1 15,-4 0-2-15,-1 6-1 16,-1-2-2-16,-6 1-12 15,-2-2-30-15,-6-6-68 16,-2-6-37-16,5-5-111 16,1-10-104-16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937" units="cm"/>
          <inkml:channel name="Y" type="integer" max="1740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2632" units="1/cm"/>
          <inkml:channelProperty channel="Y" name="resolution" value="1000.1149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9-14T07:00:07.82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6065 11238 109 0,'-7'9'74'0,"-7"10"-10"16,0-7-14-16,0-13-32 15,1-3-10-15,1-6-12 16,0-5-3-16,2 3-2 15,-1 0 0 1,3 10 4-16,-1-3 5 0,1 7 23 16,2-2 25-1,0-4 42-15,4 5 16 0,2-5-6 16,1 2-11-16,-1 1-17 16,0 0-4-16,3-17 7 15,12-32 2-15,-8 33-11 16,1 0-7-16,0 1-13 15,-1 1-4-15,2 1-7 16,2 3-1-16,0 3-8 16,2 4-2-16,1 3-6 15,-1-3-4-15,4 3-3 0,4 0-3 16,1 1-3-16,11 1 6 16,1 0 9-1,-2-1 1-15,0-1 8 0,-11-4-3 16,2-4 0-16,0-1 2 15,2-2-4-15,-1-1 4 16,-1 2-4-16,-1-1-1 0,1 3 0 16,1 2-4-1,3 2-5-15,2 5 2 0,1 0-5 16,8 4 1 0,4-2-1-16,2-2-8 15,0-7 2-15,-5-1-4 0,-5-8-1 16,-4 2 5-16,-4 2-2 15,-4 1 5-15,1 9 8 16,0 3 4-16,3 9 10 16,4 4 4-16,5 11-9 15,4 1 0-15,15 4-13 16,2 0-4-16,2-2-3 16,-5-1-2-16,-9-6-3 0,-3-3 2 15,-4-11 1-15,1-2-3 16,3-3 5-16,-1-2-4 15,11 3 0-15,2 2 1 16,5 5-3-16,2 8 3 16,-8 7 0-1,-3 4 1-15,-1-5-3 0,3-7 0 16,8-20-3 0,6-9 2-16,2-23-1 0,-1-5 1 15,-10-1-1-15,-9-3 2 16,-3 11 3-16,-4 3-3 0,4 4 4 15,1 7-2-15,5 7 0 16,2 6-1-16,1 13 4 16,0 6-4-16,-6 3-1 15,-1 3 5-15,-5-5-5 16,3-3 0-16,-2-7 0 16,2-1 0-16,7-2 0 15,-1-1 0-15,2 4 4 16,0 4-4-16,-6 7 2 15,1 9 2-15,-1 15-1 16,-2 7 0-16,1 8-3 16,4 6 3-16,8-5-3 15,0-2 0-15,-3-15 1 0,-3-12-6 16,-10-10 2 0,-1-6-1-16,0-4 0 15,-3 0 4-15,0-2 1 16,0-1 1-16,8 4 2 0,7 3-2 15,1 3-1-15,4 4 0 16,-3 4-1-16,-6 3-1 16,0 2 0-16,-5-1-1 0,-2-2-2 15,1-11 1-15,5-6-4 16,0-6 6-16,8-2-1 16,-2 2 6-16,-3 4 2 15,2 11-4 1,-2 13 1-16,1 10-1 0,15 14-1 15,5 0 1-15,5-7 0 16,1-5-1-16,-11-17-3 16,-5-9-6-16,-5-17-8 15,-6-13 0-15,1-14 2 16,2-7 2-16,3-12 8 16,4-1 3-16,3-1 0 15,0 4 1-15,6 17 8 0,10 9-8 16,21 14 4-1,3 14-4-15,-27 4-5 16,-37-6 3 0,0 1-5-16,108 11 4 0,-21-4-1 0,-4-8-1 15,-61-14 0-15,-4 0 2 16,-3 6 3-16,3 3 0 16,9 13 5-16,5 12-5 15,8 16-1-15,-3 5 4 0,0 8-3 16,-2-5 0-16,-2-13 0 15,2-9-2-15,-15-18-7 16,-4-8 2-16,-14-10-1 16,-10-8-5-16,-2-9 5 15,-4-6 1-15,-5-6 4 16,2 0 5-16,0 3 1 16,2 4 1-16,7 15-2 15,4 1-1-15,1 3 2 16,8 3-2-16,-7-3 2 15,-3-1-3-15,-4 1-2 16,-12-6-2-16,1 0-2 16,-7-3-1-16,-5-1 0 15,-2 0 2-15,-6 2 5 16,-1 5 1-16,4 5 3 0,2 5 2 16,4 1-6-16,5 3 6 15,0-2-4-15,3 2-2 16,3-3 3-16,3-2-4 15,1 1 3-15,2-3-2 16,1-1 0-16,1 1 0 16,6 1 0-16,4 3 0 15,12 4-2-15,1 2 4 16,4 3-1-16,3 5 0 16,0 2 2-16,0 1-5 15,1-1 1-15,0-1 0 0,4-1 0 16,5-1 1-16,2 2-4 15,-1 2 4-15,-6 3 0 16,1 0-1-16,-2-2 3 16,0-4-5-16,-2-6 3 15,-5-1-2-15,-3-3 0 16,0 2 0-16,-5-5-3 16,0 1 6-16,-2 0-3 15,-2 1 5-15,12 10 1 0,4 8-6 16,4 12 4-16,4 1-4 15,-4 2 2-15,0-4 0 16,-7-5-1-16,-1-5 0 16,-1-7-4-16,0-6 5 15,8-4-1 1,0 3 1-16,3 5-1 0,3 6 0 16,3 5-1-1,5 4 0-15,5 0 3 0,-2 1-4 16,-3-3 3-16,-8-1-2 15,-13-6 2-15,-8-2 1 16,-12-5-1-16,-4-2 1 0,-5-2-3 16,1 0 2-16,8 1-2 15,7 3-1-15,9 7 1 16,2 4 1-16,-1 2 0 16,-7-4 1-16,-12-5 2 15,-5-5-2-15,-8-13-7 16,-5-7 5-16,-4-11-4 15,-5 0 0-15,-1 0 6 16,0 4 0-16,1 4-3 16,5 2 6-16,6 4-3 15,5 2 1-15,11 4 1 0,1 1-3 16,4 1 4-16,-2 2-5 16,-2 0 1-1,-1 0 1-15,-4-1-2 0,-6 0 2 16,-8 0 2-1,1-1-2-15,-10 2 0 0,6-1 2 16,0 1-4-16,-2 1 3 16,2 1-1-16,0 1 0 15,-1 3 3-15,-1-2-1 0,-1 5-3 16,-2-2 1-16,-3-2-1 16,1-1-2-16,-4-4 3 15,0 2-1-15,0-2-4 16,0-2 5-16,0 1-1 15,0 0-2-15,0 0 3 16,0 0 0-16,0 0 0 16,0 0 2-16,0 1 3 15,0 0-1-15,0 0 1 16,2 0-6-16,9 4-1 16,29 19 2-16,-32-10 0 15,0-6 2-15,-1 3-2 16,-3 5-1-16,1 3 0 15,1 8-1-15,2 11 4 16,1 6-2-16,3 4 0 16,2 3 2-16,0-3 0 0,1-2 0 15,-1-4-3-15,2-4-2 16,-6-6-1-16,-6 0 4 16,1 3-2-16,-2 2 3 15,0 5 3-15,0 4-6 16,0 2 1-16,6 1-1 15,0-2 2-15,3-7 2 0,-1-5 1 16,-6-5-1-16,0-5-2 16,-7-3 0-16,-3-2 0 15,2-1-2-15,-5 2-1 16,9 6 4-16,8 6-4 16,3 4 4-16,4 6-1 15,3 1 0-15,-3 1 1 16,1 0 1-16,6-7-1 15,-8-3-1-15,4-5-1 16,-4-3 1-16,-5-4-1 16,-1-3 0-16,-3-3 2 15,0-1-1-15,3-2 0 16,1-2 0-16,8 0 0 16,1-2 1-16,10 3-1 0,4-2-1 15,5-2-3-15,5 2 4 16,0-8-1-16,2-1 1 15,-4-5 2-15,1-1-2 16,2-6 0-16,-7-2 2 16,0-1-6-16,-5-2 4 15,0 4 1 1,2 1-2-16,8 3 3 0,4 3-1 0,11 5-3 16,0 0 3-1,8 5 0-15,-1 3-3 0,-8-3 2 16,0 1 0-16,-10-2-4 15,0-1 5-15,0 1 0 16,3-1-1-16,4 6 0 16,7 1-1-16,9 7 1 15,0 5 0-15,12 6 2 16,0 2-3-16,6 0-2 16,8 2 3-16,-8-8 1 15,-3-4-1-15,-5-15 0 16,-6-10 0-16,-2-13-4 15,-2-11 4-15,-9-6-5 16,-7-1 5-16,-7-3-1 0,-4-1-2 16,-3 5 3-16,4-2-2 15,0-7 0-15,0-4-9 16,-3-18-18-16,5-7-4 16,-10-4 0-1,-2 3 7-15,-8 12 18 0,-10-1 3 16,-11-12 3-16,-8-11 2 15,-18-15 0-15,-6-1-1 16,-7 12-1-16,-7-5 1 0,5-3-1 16,1-2 2-16,14 8-2 15,10 16-2-15,15 25-9 16,4 4-8-16,4-5-4 16,13 0-1-16,1-11 10 15,6-3 6-15,4 6 10 16,-2 3 0-16,3 14 0 15,1 6 0-15,0 5-1 16,-4-2-1-16,-1-12 0 16,0-5 2-16,5-12 1 15,3 0 0-15,0 8-1 16,2 0 0-16,-4 15 0 16,-2 4 0-16,2 7 1 15,-7-1-1-15,3-3-1 16,-4-3 1-16,5-1 1 0,7 2-1 15,10 13 2 1,9 8-2-16,7 17-1 0,8 12 1 16,4 13-2-16,-3 1 2 15,-5 1 0-15,-11-4 0 16,-13-5 1-16,-5-2-1 0,-3-4 0 16,1 1 0-16,6 3 0 15,5 9 0-15,5 20 0 16,4 14 0-1,11 22-2-15,8 1 2 0,16-12 0 16,-3-12 0-16,-3-15 3 16,-8-5-3-16,-18 5 3 15,-6-1-3-15,-3 7 0 16,-8 5-1-16,-4-4-1 16,1-2-1-16,-14-9-1 15,1-3 5-15,-11-5 1 16,-7-1-3-16,-5 6 1 15,-6 7 0-15,-2 11-1 16,0 5 3-16,-2-1 1 16,0-4-4-16,1-11 2 15,1-5-1-15,2-9 0 0,0-3 0 16,-1 2-2-16,-1 2-1 16,-3 11 3-16,-5-2-1 15,-5 10 1-15,-13-7 0 16,-16-9 0-16,4 3 0 15,-18-16 0-15,0 0 2 0,3-2-2 16,-8-2 0 0,15 2 0-16,10 0 0 0,10-2 0 15,5-3-3 1,3-1 3-16,-2 0 0 0,-7-5 1 16,-6-2 0-1,-11-4-1-15,-4-4 0 16,-5-3-3-16,2 2 1 0,8 1 2 15,7 0 0-15,13 6 1 16,5 3 1-16,10 1-2 16,2 3 2-16,3 3-1 15,1 3-1-15,-6-2 0 16,-4 1 0-16,-10 1-2 16,-9-6 0-16,-12-5 2 15,-4-2-3-15,-11-8 3 0,1 2 2 16,6 6-2-16,3 2 0 15,14 7-1-15,1 1 1 16,7 1 0-16,2 4 0 16,-3-1 2-16,-2-1-2 15,-8 1 0-15,-1-1 0 16,-6-2-3-16,0 3 2 16,-2-4-1-16,-4 0 2 0,-3-2 2 15,-3-3-2 1,2-2 2-16,-1-2-1 15,-2-1-2-15,7 1 2 16,5 0-1-16,11 2 0 0,8 0 0 16,-5-1-2-16,2 1 0 15,-6 0-1-15,-3-3 4 16,-2 0 0-16,-10-1 2 16,-2-3-2-16,-6 2 0 15,2-2 0-15,7 4-1 16,4 0 0-16,11 9 1 15,3 7 0-15,7 8-1 16,3 4 1-16,2 7-1 16,1-1 0-16,-1 3-3 0,1 0 1 15,-2-10 1-15,-1-1 0 16,-10-12 2-16,3 1-1 16,-2-5 1-16,3-1 0 15,11 4 1-15,3-1 0 16,11 6-2-16,4 8 0 15,11 6-1-15,4 9-1 16,6 10 1-16,-4-5 1 16,-4-1-2-16,-8-9 2 15,-15-14 1-15,-6-7-1 0,-11-8 2 16,-6-3-2-16,-6-2 0 16,-2 0 2-16,2-1-1 15,3 1 0-15,13 3-3 16,3 1 2-16,1 1-2 15,1 1 0-15,-2-1 2 16,-3 1-1-16,-5 3 2 16,-4-2 0-16,-9-1 2 15,-7-6-3-15,-8-8 0 16,-3-1-1-16,0-6 1 16,3 2 0-16,10 3 0 15,4-3 0-15,12 5 0 16,1 3 0-16,7-3 0 15,-2 2 2-15,-3-2-2 16,-2 0 2-16,-7 0-3 0,-7-2-1 16,-9-3 2-16,1 1-3 15,-9-2 3-15,3 2 0 16,0 3 0-16,-2-6 0 16,6 4 2-16,-4-4 0 0,12 4-1 15,8 1 0-15,0-1-1 16,6 3 0-16,-7 1-1 15,-8-1-1-15,1 2 2 16,-1-1 0 0,-7-2 1-16,1-1 1 0,-9-5-1 15,-7-3 0 1,-2-1-2-16,-1 0 0 0,11 3 1 16,11-1 0-16,10-1 0 15,3-2 1-15,3-4-3 16,-1-2 0-16,-7-6-1 15,-3-6 2-15,-3-9 2 16,-7-6-1-16,3-5 2 16,2-1-1-16,-4 5-2 15,5 5 1-15,0 5-2 16,0 3 3-16,4 0-1 16,-1-2 0-16,-4-12 4 0,5-8-3 15,-11-9 1-15,-1-5 0 16,2 6-2-16,-4 9 1 15,5 11 1-15,-1 5-3 16,3-1-1-16,-1-1-1 0,-5-8 1 16,7 2 2-16,-4-2 0 15,1 1 2-15,3 6 0 16,-7-1-1 0,1 7 0-16,1 6-1 0,-5 6-1 15,1 3 1-15,-9 8 0 16,0-1 1-16,-1 4 3 15,2-2-4-15,1-2 5 16,-2 1-3-16,-2 0-1 16,6 4 1-16,3 7-3 15,8 2 1-15,12 7-2 16,-4 2 2-16,7 1 3 16,-3-3-3-16,-8 0 1 15,1-2-3-15,-12-2-1 0,-2 0 3 16,-5 0 0-16,2 1 1 15,5 1 1-15,2 0-1 16,-3 1 2-16,-1 0-1 16,4 2-2-16,-2 4 1 15,4 1-1-15,-3 1 0 16,0 1 2-16,2 1 2 16,-3-3-3-16,3 1 3 15,-6 0-2-15,-8-5 1 16,1 6 3-16,-3-10-4 15,0-1 2-15,8 0-4 16,-2-8 1-16,-9 1-1 0,2-2-2 16,2 1 2-16,3 7-1 15,13 4 1-15,4 1 5 16,-2 4-3-16,0-5 3 16,-5-3-2-16,-5-2-2 15,-4-2 4-15,0 3-3 16,6 4 4-16,2 3-2 15,6 3-2-15,2 2 4 16,0-1-6-16,-3 2 0 16,-1 0 2-16,-5-7-3 15,-2-1 3-15,1-8-2 16,2-1 0-16,0-1 0 0,-4-2 0 16,-3-1 1-1,-1 1 0-15,-2 3 1 0,7 0-1 16,5 7-1-16,3 1 0 15,3 5-1 1,-2 2 1-16,1 1 4 0,-3 1-2 16,-3-2 2-16,2-1 4 15,-4-3 0-15,3-3 4 16,0-4 0-16,-4-2-5 0,-3-2-3 16,-1 1-1-16,-2-1-3 15,5-1 2-15,4-1 1 16,0-2-3-16,7-3 1 15,-3-1-1-15,1-3-1 16,-3-1 2-16,-4-2-1 16,2-5 0-16,2-3 0 15,1-7 0-15,8-4 0 16,-1 0 0-16,2-10 0 16,5 3 0-16,2 1-2 15,1 2 2-15,1 7 2 16,-3 2-2-16,-5 4 0 15,2-1 2-15,-2 4-4 16,-1-2 1-16,2-3 1 16,-3 1 0-16,-1-1 0 15,0 3 1-15,0 5-1 0,3 4 0 16,-2 5 0-16,2 4 0 16,2 1 1-16,3-4 1 15,5 1-2-15,-1 0 0 16,0-2 0-16,-2 3 0 0,1-1 0 15,-4 0 0-15,3 1 1 16,-3 2 1-16,-9 4-2 16,3 5 0-16,-1 9-2 15,0 1 1 1,7 6 0-16,2-1 1 0,-4 1 0 16,-1-4 0-1,0 0 2-15,-1-1-1 0,-11-4 2 16,0-1-1-16,-7-4-1 15,2-4-1-15,8-2-1 16,14 3 1 0,20-1-1-16,0-1-1 0,-46 13 0 15,-2 4 0-15,-3 5-1 16,25-2 3-16,-5-3 0 16,2 1 2-16,5-5 0 0,2-2 0 15,-4-7 0-15,-4-2-1 16,-10 2 1-16,-1-3-2 15,-6 4 0-15,4 0 0 16,7 0-1-16,3 5-1 16,3 2-1-16,5 3 2 15,1-1-2-15,-5-12 3 0,-5-5-1 16,-10-9 0 0,-6-14 0-16,5 2-1 0,5-5 3 15,2-1-1-15,4 1-1 16,-2 1 1-1,1 6-4-15,1 2 2 0,-1 6-1 16,3 3-3-16,4 3 1 16,4 4 0-16,7 6 1 15,4 2 4-15,-1 3 0 16,1 1 2-16,-6-3 2 16,1 1-2-16,-8-5-2 15,-3 0 3-15,1-1-4 16,-5-2 1-16,10-5 0 15,1-1 0-15,3-6 0 0,4-4 0 16,-5-2 0-16,1-2 0 16,-6-3 0-16,-9-2 1 15,-9-6-1-15,-1-4 2 16,-2-2-1 0,3-1 3-16,6-4-3 0,1-1 0 15,-4 3 1-15,-1 1-2 16,-1 8 2-16,-3 6 0 15,11 1-3-15,1 1 1 16,10-5-3-16,1-5 3 16,5-7 0-16,1-9-1 15,-2-12 1-15,-1-4 0 0,4-10-1 16,0 4-1-16,13 0-2 16,3 0 0-16,11-11-1 15,6-9 1-15,5-9 2 16,19 5-3-16,21-5 2 15,6-2-5-15,25-8-1 16,9-5 1-16,32-14-66 16,16-7-135-16</inkml:trace>
  <inkml:trace contextRef="#ctx0" brushRef="#br0" timeOffset="1582.07">23833 12118 192 0,'4'-14'102'0,"15"-22"17"16,8-1-38-16,10-15 17 15,5-8 14-15,-2-19-13 16,3-7-15-16,4-5-35 15,5 3-15-15,11 17-21 16,-3 3-3-16,15 22-5 16,-9 9-4-16,-8 17-4 15,1 22-1-15,-17 23 11 16,7 12 16-16,6 18 34 16,10-6 22-16,4-12 26 15,2-14 10-15,-1-38-7 0,-8-17-19 16,3-51-42-1,-3-21-52-15,11-29-251 0</inkml:trace>
  <inkml:trace contextRef="#ctx0" brushRef="#br0" timeOffset="2659.23">25733 9766 981 0,'1'6'335'0,"0"1"-309"15,3 1-22-15,6 5-4 16,-2 0 2-16,6 7-2 16,0 8 0-16,-1 8 4 15,-2 6 9-15,-2 16 22 16,6 5 4-16,-4 24 3 15,-2 7-3-15,-9 4-17 16,-3 5-2-16,-7-10-9 16,4-7-6-16,0-18 8 15,3-21 11-15,2-28 30 16,-2-15 1-16,3-27-4 16,-4-13-13-16,4-22-26 15,10-11 0-15,3-9-9 0,2 0 3 16,12 8-6-16,-4 8-1 15,12 19 2-15,5 15-1 16,-6 21-3-16,-1 12 1 16,-8 20-6-16,-2 16 0 15,-11 18 7-15,-6 5-2 16,-12 9 0-16,-8-7 0 16,-5-3 0-16,-2-6 3 0,3-13 2 15,2-13 2 1,5-22 1-16,3-4-5 15,8-14-1-15,3-4 0 16,11-5 0-16,3 3 3 0,10 4 4 16,3 5-2-16,5 7-5 15,-1-1 1-15,1 0-2 16,1 0 3-16,-5-7 2 16,-1-2 1-16,-4-11-4 15,-4-6-5-15,-7-11 1 16,2-4 1-16,-3-6-4 15,-6-4-3-15,-2 0-10 16,-5-1-5-16,-3 6 4 0,-2 11 2 16,0 18 10-1,-1 6-1-15,0 28 4 0,-3 8 1 16,4 19 3-16,-1 13 4 16,5 5 1-1,2-1 3-15,8 0 4 0,1-2 8 16,2-10 10-16,3-3 2 15,2-17-3-15,2-8-10 16,7-15-12-16,-2-9-12 16,1-17-43-16,-1-7-27 15,1-14-89-15,1-1-93 0</inkml:trace>
  <inkml:trace contextRef="#ctx0" brushRef="#br0" timeOffset="3369.68">26838 10260 745 0,'-6'2'353'16,"-3"6"-114"-16,0 9-147 0,5 3-69 0,3 4-9 0,-7 3-19 31,7 0-2-31,-1 10 3 0,1 3-2 0,10 4 7 16,-8-6 11-16,6-9 18 15,1-6 16-15,3-18 18 16,9-7-1-16,4-17-10 15,1-7-13-15,3-10-19 16,-2-5-9-16,-2 4-11 16,-4-2 0-16,-3 8-4 15,-5 9-3-15,-1 15-6 16,-1 10 1-16,0 24 2 0,1 8 2 16,-1 13 8-16,1 4-1 15,2 3-8-15,-2-1-2 16,3-3 1-16,2-4 3 15,0-2 7-15,1-4 0 0,2 2-1 16,-7 0-1 0,-1-7-15-16,0 0-4 15,-16-7-6-15,-3-1 3 0,-20-2 15 16,-4 4 7 0,-6-2 12-16,-1 3 5 0,-2-10 11 15,-3-11 4-15,2-6-2 16,-5-15-1-1,1-17-20-15,3-5-11 0,15-16-38 16,10 3-24-16,22-1-61 16,11-1-87-16</inkml:trace>
  <inkml:trace contextRef="#ctx0" brushRef="#br0" timeOffset="5365.8">27501 10377 591 0,'4'3'259'0,"8"7"-128"15,5 1-54-15,6 0-40 16,5 0-13-16,4-6-13 0,4-2-4 15,4-8-15 1,-5-6-40-16,-1-9-168 16</inkml:trace>
  <inkml:trace contextRef="#ctx0" brushRef="#br0" timeOffset="5566.54">27564 10574 908 0,'11'2'362'0,"19"-2"-206"15,14 0-101-15,9-6-33 16,-2-2-28-16,-7-1-174 16,-9-1-123-1</inkml:trace>
  <inkml:trace contextRef="#ctx0" brushRef="#br0" timeOffset="6367.1">28823 10428 785 0,'0'-2'266'16,"1"-2"-253"-16,-1-3-10 16,-1-5 4-16,-3 0-2 15,-7-5-1-15,1 0 3 16,-1 2 10-16,-1 4 15 0,1 3 22 15,-4 1 2 1,-4 5-3-16,-1 3-13 16,-2 10-21-16,-2 7-8 15,-3 10-7-15,-1 2-4 0,-1 5 2 16,3 9 1-16,5 4 0 16,5 5 7-16,5 2 18 15,3-4 10-15,8-14 16 16,4-9 0-16,9-16-15 15,2-11-8-15,10-14-21 16,8-10-3-16,8-11-3 16,-3-2-2-16,5 2 1 15,-6 4-2-15,-4 7-2 16,1 6 0-16,-14 15 0 16,-2 5 0-16,-7 17-2 0,-4 10-6 15,-5 13-18 1,-2 8-14-16,-6 2-17 0,1-4-2 15,0-18-8-15,1-11-13 16,2-29-91-16,2-13-76 16</inkml:trace>
  <inkml:trace contextRef="#ctx0" brushRef="#br0" timeOffset="7066.45">29402 10500 874 0,'-1'0'350'0,"-1"3"-234"0,2-2-37 16,-3-6-40 0,0 0-18-16,2 4-20 0,-1 0-3 15,1 0-4 1,-6-6 2-16,-33-22 4 0,29 31 5 16,-4 6 1-16,2 4 0 15,1 11 6-15,1 6-5 16,3 8 5-16,-2 7 2 15,3 1 3-15,-2-4 6 16,0-12 3-16,6-8 1 0,3-18-2 16,2-12-2-16,13-9-8 15,-1-11-3-15,2-6-7 16,0 5-5-16,-1 4 0 16,-1 9 0-16,0 11-4 15,-3 6-1-15,-1 16-3 16,-1 4-3-1,-2 18-1-15,2 5-6 0,-1 12-15 16,2 1-6-16,2-1-2 16,-5-3 8-16,3-9 17 15,-3-5 9-15,-4-2 8 16,1 4 2-16,-5 4 0 16,-1 4-1-16,-10 1 2 15,-7-1-3-15,-5 2 3 16,-5-5 5-16,-6-4-4 0,-1-5 5 15,-9-15 6-15,-1-4 4 16,-9-15 9-16,-1-6-2 16,3-21-7-16,0-12-8 15,11-29-19-15,7-14-16 16,23-9-29-16,13 1-24 0,22 12-99 16,10 11-85-16</inkml:trace>
  <inkml:trace contextRef="#ctx0" brushRef="#br0" timeOffset="7499.9">29746 10588 757 0,'9'5'373'0,"8"2"-42"15,16-14-288-15,6-8-10 16,8-21-15-16,2-2-12 15,-1-13-26-15,1 1-9 0,-8 3-5 16,-10 1 5-16,-8 15 19 16,-14 5 5-1,-10 21 8-15,-1 13-2 16,-15 34 12-16,-9 13 6 16,-10 26 7-16,-6 11 3 0,3 15-12 15,5 3-5-15,14-15 4 16,5-18 1-16,15-45-1 15,6-20-1-15,15-37-61 16,3-27-73-16</inkml:trace>
  <inkml:trace contextRef="#ctx0" brushRef="#br0" timeOffset="8448.76">31066 10473 515 0,'4'0'235'0,"-1"1"-97"0,6-1-79 0,0-2-5 16,-9 0-10-16,-2-3-5 0,-6-1-2 16,0-3 4-16,4-3 9 15,-2 1 9-15,-8-3 5 16,-5 0-7-16,-4 4-17 16,-2 2-10-16,-2 12-13 15,-2 12-5-15,-7 12-12 16,-1 9 0-16,4 13-1 15,-1 3-1-15,6 12 9 16,1-3 2-16,9-4 17 16,3-9 11-16,15-32 12 15,8-9-3-15,11-29-11 16,9-14-13-16,6-11-17 16,4-8 1-16,4 3-8 15,4 5 0-15,-2 10-9 16,0 9-3-16,-9 14 2 15,-3 11-1-15,-5 19 6 0,-11 7 1 16,3 24-2-16,-6 10 3 16,-6 13-4-16,-3 9-1 15,-11-8 4-15,-1-9 0 16,-1-18 10-16,7-9 7 16,-3-15 6-16,5 1-1 0,-5 0-3 15,-2-1-5-15,7 6-10 16,-11 2-2-16,-4 0-1 15,-7 1 1 1,-10 4 4-16,2-6 3 16,-4-1 2-16,-1-4-2 15,-6-18 2-15,2-4 0 0,-1-16-3 16,1-10 2-16,-3-22-5 16,-1-13-9-16,11-5-25 15,7-2-20-15,17 1-63 16,16 8-71-16</inkml:trace>
  <inkml:trace contextRef="#ctx0" brushRef="#br0" timeOffset="9057.93">31532 10306 820 0,'1'7'293'0,"-1"12"-262"0,3 4-47 16,3 3-26 0,-9 1-3-16,-1 6 20 0,-4 2 21 15,-2 3 36 1,4 2 18-16,1 1 21 16,-2-3 8-16,5-12-5 0,-2-4-8 15,2-10-23-15,4-10-5 16,3-5-21-16,0-11-2 15,8-13 10-15,8-2-3 0,4-3-1 16,8 4-4-16,5 4-13 16,1 5-2-16,1 9-3 15,-2 5-3-15,-8 7-14 16,-4 3-21-16,-10 4-88 16,-4 0-99-16</inkml:trace>
  <inkml:trace contextRef="#ctx0" brushRef="#br0" timeOffset="9692.32">32059 10460 488 0,'-1'0'174'0,"3"0"-141"15,4 1-28-15,-6-1-5 16,9 0 0-16,-4 0-2 16,-8-2 4-16,3 2 34 15,0 0 21-15,-3 0 39 16,3 0 16-16,0 0 0 15,0 0-11-15,0 0-26 16,-2 0-18-16,1 0-25 0,-21 3-7 16,-24 15-15-16,24-4-5 15,-3 3 1-15,6 5-2 16,-5 0 1-16,3 2-1 16,9 4 2-16,0 0-3 15,8-1 5-15,3-3 1 0,5-6-2 16,7-5 5-1,14-6 4-15,3-7 2 16,13-10-7-16,3-5 0 16,-1-11-8-16,5 2-3 0,-3-6 0 15,-2 0-5-15,-6 2-5 16,-9 0-4 0,-12 9-4-16,-8-1-3 0,-15 6-28 15,-8 3-32-15,-18 5-128 16,-5 6-74-16</inkml:trace>
  <inkml:trace contextRef="#ctx0" brushRef="#br0" timeOffset="10347.52">32369 10365 1045 0,'0'7'337'0,"0"4"-387"0,0 3-30 0,-4 0-38 16,-3-2-2-16,-2 2 42 15,-3 2 23-15,0 5 70 16,0 5 32-16,0 7 40 15,3 2 10-15,-1 1-12 0,2 2-6 16,5-13-19-16,0 1-11 16,9-14-9-16,4-9-12 15,7-6-8 1,4-11-2-16,8-9-3 0,1-1 1 16,7-5-5-1,1 1-1-15,-4 2-8 0,-5 0-3 16,-5 7-10-16,-3 2-5 15,-11 10-14-15,0 6-4 16,-19 9 11-16,3 11 3 0,-4 14 17 16,-13 6 4-16,5 9 1 15,-7 5 3-15,1-4 11 16,7-7 3-16,6-15-7 16,4-9-7-16,3-16-44 15,3-8-33-15,2-19-130 16,2-7-83-1</inkml:trace>
  <inkml:trace contextRef="#ctx0" brushRef="#br0" timeOffset="10625.87">32820 10603 643 0,'-2'30'345'0,"-4"34"-13"0,3 0-309 0,-1-1-95 16,-4-8-28-16,-3-11-81 15,0 17-4-15,0-7 43 16,3-6-23-16,-2-15 135 15,-2-27 21-15,1-19-47 16,0-1 20 0</inkml:trace>
  <inkml:trace contextRef="#ctx0" brushRef="#br0" timeOffset="10891.52">32713 10465 393 0,'2'-19'176'0,"7"-20"-87"16,0 9-26-16,6 8-23 15,2 8-6-15,4 2-5 0,2 6 4 16,8 4 20 0,-2 0 8-16,6 14 18 15,3 3 4-15,-15 13-16 0,1 10-11 16,-18 2-21-16,-8 6-9 15,-13 12-3-15,-13 7 12 16,-15 4 22-16,-6-10 0 0,-3-16-23 16,-1-14-34-16,3-35-163 15,5-6-173 1</inkml:trace>
  <inkml:trace contextRef="#ctx0" brushRef="#br0" timeOffset="19171.43">25926 11170 131 0,'0'-1'75'0,"6"1"1"0,2-1-36 15,-1 1-1-15,1-1-3 16,0 0-8-16,-1-5-1 15,-4-6-1-15,1 5 7 16,-1-4 19-16,0 3 8 16,-1 5 8-16,-2-3 0 15,0 1-10-15,-1-1-3 16,0 2-17-16,-2 3-9 0,-3 1-14 16,-1 2-10-16,-3 4-5 15,-3-1 0-15,1 2-4 16,-3-3 2-16,3 0 2 15,2 1 1-15,1-5-1 16,4 1-1-16,-3-1 1 16,2-7 0-16,-3 5 0 15,11 0 0-15,2-3-4 16,-2 2 0-16,2 3 4 16,-3-2 1-16,-1 2 2 15,0 0 1-15,0 0-4 0,3 2 0 16,1 27 0-16,26 34 0 15,-29-18 1-15,-1 4 0 16,-1 0 6-16,-2-1-1 16,-3-7 13-16,5-1 3 15,-14-8 11 1,4-5 6-16,3-2 4 0,-7-4 0 16,17-5-8-16,-5 1-6 15,-1-7-14-15,4 0-4 16,2-2-7-16,-4-6 0 0,-2 4-3 15,0-4-1 1,0 6 1-16,8 5 0 0,0 3-1 16,-4 4 0-16,-1 2 1 15,-4 0 0-15,-2-1 0 16,8 2 2-16,-4-8-3 16,3-2-1-16,2-4 3 15,-2-5 0-15,0-3 3 16,2 2-2-16,-2-3 1 15,0 0-1-15,0 0-2 16,-1 0 1-16,0 0-1 16,0 0-1-16,0 0 0 15,0 0-1-15,-1 4 1 16,1-3 0-16,-3 2 3 16,2-1-1-16,1-2-1 15,0 0 1-15,0 0 8 16,0 0 7-16,1 0 8 0,0 0 1 15,0 0-6-15,9 0-3 16,11 4-4-16,30 13-1 16,-22 4 2-16,-2 2-2 0,2 0-6 15,0 2 1-15,-3-6-7 16,3-2-3-16,-4-8-20 16,2-7-48-1,-2-13-261-15</inkml:trace>
  <inkml:trace contextRef="#ctx0" brushRef="#br0" timeOffset="21121.21">26383 13215 964 0,'4'-5'306'0,"14"-6"-424"16,0-11-111-16</inkml:trace>
  <inkml:trace contextRef="#ctx0" brushRef="#br0" timeOffset="21302.43">26815 13206 817 0,'3'6'65'15</inkml:trace>
  <inkml:trace contextRef="#ctx0" brushRef="#br0" timeOffset="22649.94">25481 15373 244 0,'-2'-2'101'0,"-1"-2"-50"16,2 3-11-16,0 0 10 16,-2 0 5-16,2 0 14 15,0 0 11-15,0 0 25 0,0 0 8 16,1 0 6-16,0 0-7 15,0-1-24-15,2-4-15 16,14-2-19-16,32-25-9 16,-20 29-9-16,3 0-2 15,7-2-6 1,3-3 2-16,4-5-6 0,1-6-6 0,-5-6-7 16,-8-1-9-1,-10 3-2-15,-9 3 0 0,-5 7 4 16,-1 7 0-1,-8 2-1-15,0 2-1 0,0 10 1 16,-1 4-1-16,1 10 0 16,-2 5 1-16,0 7-3 15,2 1 3-15,1 7 0 16,6-1-2-16,-7-2 0 16,2 2 0-16,1-1 0 15,-6 3 2-15,10 2 6 16,-7 2 7-16,0-3 8 15,5-2 3-15,-1-6-1 16,4-4-4-16,3-2-11 16,1-1-2-16,-2-4-3 15,2 2-5-15,-3-4 3 0,-3-1-3 16,-1-4 2-16,-2-4 3 16,-3-6 12-1,-3-2 8-15,-9-3 5 0,-5 0 2 16,-10 3-6-1,-5 0-3-15,-12 4-2 0,0 4-4 16,-7 2-5-16,-1 1-6 16,6-5-7-16,-1 0 0 15,8-10-32-15,5-3-38 0,0-17-131 16,3-8-181-16</inkml:trace>
  <inkml:trace contextRef="#ctx0" brushRef="#br0" timeOffset="29564.02">27427 12460 119 0,'0'0'114'15,"1"-1"16"-15,0 0 2 0,-1 0-3 16,0 0-23-16,-1-1-16 16,0 1-28-16,1 0-14 15,0 0-25-15,0 0-9 16,0 0-6-16,0 0 1 15,0 0 13-15,0 0 5 16,0 0 7 0,-2-1 0-16,2 2 3 0,0 0-1 0,0 0-4 15,0 0-4-15,0 0-5 16,0 0-1-16,0-1-3 16,0 0 0-1,-1 0-2-15,0 0-1 16,0 0-4-16,0 0 0 0,-1-5-7 15,-1 0 0-15,-1 0 4 16,-4-1 3-16,-37-26 10 16,23 29 2-16,-1 0 4 15,2 4 1-15,-3-2 0 16,10 2-5-16,-2 2-6 16,5 2-4-16,6-1-11 15,-2 1 1-15,8-1-4 16,-1 0 1-16,-3 2 0 0,2-1 1 15,-8 2-1-15,3 2 1 16,-2-3 0-16,0 1 0 16,3 0 2-16,3 1-1 15,-3 0 1 1,-1 0 1-16,5 3-2 0,-3 0-2 16,4 5 2-1,0 5-1-15,-1 0 0 0,-1 9 2 16,1 1-3-16,1 2-1 15,0-1 0-15,1-1 4 0,5-4 0 16,-2-3 3-16,-4-2-2 16,0-6-3-16,-2 4 3 15,0-4-1-15,1 1 3 16,3 4 1-16,-1-5 1 16,2 1 4-16,-2-2-3 15,-1 0 1-15,-1-4-3 16,0 0-3-16,1-5-1 15,0-1 0-15,0-2-3 16,0-1 0-16,-1-1 0 16,1 0 2-16,0-1-2 0,-1 0 2 15,1 1 0 1,0-1-1-16,0 1 2 16,0-2-1-16,0 2-1 15,0 0-2-15,0 0 1 0,0-1-1 16,0 1 0-1,2 0 0-15,2 0 0 0,5 3 0 16,-6-2 2-16,11 3 2 16,29 9 8-16,-27-12 3 15,14-1 4-15,-1-4 3 0,6 0-10 16,2-3-2-16,-5-2-6 16,-2 2-3-16,-9 2-52 15,-4 4-56-15</inkml:trace>
  <inkml:trace contextRef="#ctx0" brushRef="#br0" timeOffset="33520.72">27993 12445 323 0,'6'-14'143'0,"8"-9"-68"16,-2-3-42-16,1 1 1 15,1-3-10-15,-3-1-3 0,-2 2-9 16,-2-3-3-16,-2 9-5 15,-2 1-2-15,-3 8 1 16,-1 3 3-16,-7 3 7 16,4 7 2-16,-4 2 7 15,0 6 3-15,1 5-6 16,-1 3 0-16,0 9-9 16,1 3 0-16,-1 8 7 15,0-2 6-15,1 8 11 16,-3-1 4-16,1 8 8 15,0 4 0-15,3 7-6 0,0 1-4 16,0-4-7-16,-2-3-4 16,1-13-2-1,0-4-5-15,1-9-9 0,1-5-4 16,1-6-3-16,1-5-1 16,0-4 2-16,-1-6 2 15,-1-5-4-15,-1-5-1 16,1-6-4-16,0-3-2 15,-1-7-6-15,1-2-6 0,-4-8-9 16,0-1-2-16,-2-1 6 16,3 3 8-16,3 11 11 15,1 6 8-15,3 9 14 16,2 2 5-16,1 7 12 16,7 2 2-16,2 7-2 15,1 2-1-15,3-1-5 16,1 5-1-16,6-5-6 15,0-4-1-15,5-1-5 16,-1-6-6-16,1-5-2 16,2 0-5-16,-2-8-11 15,-2-2-21-15,-7-1-112 16,-4 2-84-16</inkml:trace>
  <inkml:trace contextRef="#ctx0" brushRef="#br0" timeOffset="33978.57">28386 12574 418 0,'-3'5'256'0,"-2"8"3"16,0 3-130-16,4-1-82 15,0 0-13-15,1 3-22 16,0 4 1-16,-1 6 9 16,-1 8 9-16,-1 5 22 15,-4-4 6-15,1 2 9 16,-3-5-2-16,3-8-14 15,4-6-9-15,5-10-15 16,2-6-6-16,4-11-7 0,2-8-2 16,4-9-6-16,5-3-3 15,7 2-1-15,2 1-3 16,8 6 2-16,3 9-1 16,5 2-1-16,4 4-6 15,-6 4-44-15,-7 0-46 16,-13 1-178-16,-9-2-105 0</inkml:trace>
  <inkml:trace contextRef="#ctx0" brushRef="#br0" timeOffset="34503.07">29018 12717 609 0,'-1'3'278'0,"-3"1"-115"0,-1 2-36 16,-2 0-41-16,-3-1-19 16,-2 4-32-16,-2 0-14 15,-3 2-10-15,4 0-6 16,-1 0-1-16,3 1 4 16,1 1-2-16,0 2 5 15,4 4-3-15,-1 2 0 0,2 6-1 16,3 4 0-16,2 6 4 15,4 1 4-15,5-5 18 16,-1-8 2-16,6-16 8 16,5-5-2-16,4-15-10 15,2-8-5-15,6-13-8 16,2-9-5-16,-3-2-6 16,0-3-3-16,-6 5-2 15,-10 1-4-15,-9 5-17 16,-5 5-11-16,-15 7-36 15,0 10-15-15,-8 12-38 16,-1 6-27-16,1 17-29 0,0 10 1 16,2 9 16-1,3 4 18-15,5-2-2 0</inkml:trace>
  <inkml:trace contextRef="#ctx0" brushRef="#br0" timeOffset="35113.3">29304 12780 660 0,'1'-2'326'0,"-1"-4"-90"0,6 3-132 15,0-2-18-15,2-1-22 16,2 6-10-16,-1 0-27 16,4 4-8-16,-4 14-10 15,0 1-6-15,-4 13-1 16,-2 9 0-16,-4 6 0 15,-5 4 5-15,1 2 6 0,-4-9 6 16,5-14 15-16,3-8 9 16,-1-17 5-16,4-5-2 15,1-7-10-15,0-6-10 16,8-9-10-16,2-3-4 0,8-3-7 16,1-4-5-16,5 5-2 15,3 0 5-15,-1 8-1 16,3 7 1-16,-11 4-2 15,0 5-2-15,-8 3-4 16,-7 4 1-16,2 8-4 16,-2 6 1-16,-5 8 2 15,-2 3 1-15,-3 0 5 16,-1 1 0-16,0-4 0 16,0-2 0-16,-1-2 1 15,0-2-2-15,-2-10 3 16,6 1-4-16,4-11-32 15,-2-7-15-15,2-10-46 16,-2-8-23-16,4-2-66 16,8-1-69-16</inkml:trace>
  <inkml:trace contextRef="#ctx0" brushRef="#br0" timeOffset="35806.19">29562 13037 460 0,'1'0'214'0,"2"2"-78"16,-3-4-51-16,3-6-27 16,9-1-14-16,5-6-20 15,5-2 0-15,5-3-1 16,0 1 1-16,1 5 15 15,3 4 0-15,-4 8-7 16,-7 5-9-16,-5 10-16 16,-5 7-4-16,-3 10-3 0,-7 1-5 15,-3 8-13 1,-4-2-1-16,-3-6-3 16,3-4 2-16,-1-8-25 0,2-13-33 15,3-10-116 1</inkml:trace>
  <inkml:trace contextRef="#ctx0" brushRef="#br0" timeOffset="36363.66">30140 13252 900 0,'-3'10'339'0,"1"3"-237"0,2-7-78 0,-8-1-20 16,4-2-10-16,-21 5-18 16,-8 4-3-16,-1 6-1 15,-4 2 7-15,12 3 16 16,3 2 2-16,9-6-7 15,2-3-37-15,7-11-158 16</inkml:trace>
  <inkml:trace contextRef="#ctx0" brushRef="#br0" timeOffset="37246.39">30563 12602 612 0,'-11'45'249'15,"-14"33"-118"-15,14-17-122 16,-1-9-5-16,7-17-19 16,1-7-13-16,4-9-16 15,-1-2 4-15,3-1 24 16,4-2 20-16,-6-3 23 15,5 2 1-15,-4-7-14 0,5 0-16 16,-1-6-37 0,2-3-21-16,-6-11-25 0,3-4-12 15,1-11-4-15,-4-3 2 16,-1-10 8 0,-5-3 12-16,1 2 31 0,-1 1 19 15,8 11 62-15,-1 7 36 16,8 22 62-16,-3 3 24 15,3 20 10-15,-2 7-11 16,-3 4-38-16,7 7-19 0,5 2-18 16,-1-1-4-16,3-3-2 15,-2-1-4-15,-4-10-17 16,4-5-13-16,-4-13-17 16,0-7-10-16,-2-12-13 15,1-4-8-15,1-5-18 16,-1-3-5-16,0 4-1 15,-1 0 2-15,-2 6 18 16,-1 4 9-16,-4 5 6 16,-1 4 9-16,-3 4 5 15,-1 5 2-15,-1 7 0 16,-2 4-5-16,-3 8-6 0,2 1-2 16,-1-2-1-1,0 0 6-15,6-8 10 0,0 1 6 16,8-5 4-1,7-4-5-15,5-7 1 0,6-8-7 16,4-8-3-16,2-5-3 16,4-8-11-16,-3-4-1 15,-5-1-7-15,-6-1-8 0,-14 7-12 16,-5 5-8-16,-22 8-15 16,-4 7-3-16,-14 4-10 15,-5 4 0-15,6 6 4 16,-2 0 1-16,9 1-15 15,4 0-20-15,10-5-69 16,5-2-40 0</inkml:trace>
  <inkml:trace contextRef="#ctx0" brushRef="#br0" timeOffset="38008.36">31118 12445 388 0,'-2'-4'211'16,"1"-2"-35"-16,-4-2-102 16,0 4-11-16,4 0-2 0,2 2 7 15,2 2 18-15,6 1 2 16,-3 1-13-16,-3 2-13 15,7-4-23-15,9 0-11 16,3-4-6 0,3-1-3-16,3 4-4 0,-3 1 3 0,0 8-5 15,0 5-4 1,-3 6-4-16,-3 4-2 16,-8 7-5-16,-4 7-1 15,-10 8 3-15,-7 8 0 16,-1 10 9-16,-4 0 6 0,2-1 5 15,1-5 4-15,-2-19 21 16,5-7 7-16,2-18 5 16,3-5-8-16,3-11-23 15,1-1-12-15,0 0-10 16,0-2-1-16,1 7 2 16,-1-1 0-16,0 0 10 15,-1 9 5-15,-3 15 1 16,-4 29 2-16,1-31-13 15,1-5-10-15,2-9-35 0,-2-8-24 16,-2-18-67-16,-2-9-78 16</inkml:trace>
  <inkml:trace contextRef="#ctx0" brushRef="#br0" timeOffset="39534.29">27488 13304 236 0,'1'-3'115'0,"1"0"-22"0,1 0-68 0,1-1-8 15,0 4-6-15,-4-1-7 16,0 0-1-16,0-1-1 16,0 1-1-16,0 0 6 15,0 0 19-15,0 0 18 16,0 0 38-16,0 0 6 16,0 0 0-16,0 0-9 15,0 0-15-15,1-4-6 16,-1 1-10-16,0 1-8 15,-1 2-21-15,0-1-6 0,0 1-6 16,-3-2-4-16,-7-2-1 16,-29-7 0-16,31 19-2 15,3 2 1-15,1 6-3 16,2 4 2-16,1 7-1 16,-1 4 0-16,3 4 1 15,-1 3-1-15,1 1 1 16,-1 0-2-16,-2-7 2 15,2-5 0-15,1-7 0 0,0-6 0 16,4-11 0-16,-2-3 0 16,2-12 3-16,0-4 0 15,4-11 3 1,2-2 2-16,2-14-2 0,0-3 0 16,0-9-2-16,-1-3-1 15,2 1 6-15,-1-1 4 16,2 7 6-1,0 3 2-15,-6 7-6 0,3 7-5 16,-4 13-8-16,-3 8-1 16,-2 7-1-16,-2 7 0 15,-2 12 0-15,0 5 0 0,-2 13 1 16,0 4 0-16,-1 6-1 16,1 10-1-16,0 7 1 15,0-1-2-15,3 3 7 16,0-8 9-16,4-6 20 15,4-6 5-15,8-10 2 16,5-7-6-16,7-11-22 16,1-6-3-16,3-9-13 15,-2-3-17-15,-6-10-67 16,8-2-58-16,-7-3-135 16,0 0-52-16</inkml:trace>
  <inkml:trace contextRef="#ctx0" brushRef="#br0" timeOffset="40495.92">27905 13354 261 0,'2'2'194'0,"3"4"9"15,-1-4-36-15,0-1-14 16,0-1-40-16,-4-1-28 16,0 1-41-16,0 0-14 0,0 0-20 15,0 0-4-15,0 0-4 16,0 9-2-16,-2 9 1 15,-4 30 0-15,0-27 1 16,-1 2 1-16,-1 5 0 16,0 0 5-16,2 3 12 15,-1 1 10-15,1-8 6 16,2-7 2-16,3-8-10 16,1-9-8-16,4-9 5 15,2-2 2-15,2-13 5 16,3-4-1-16,3-7-11 15,1-5-7-15,4-2-10 16,-3 1-1-16,-2 4-2 16,-4 5-6-16,-4 17-9 15,1 4-5-15,-5 15-4 16,-2 9 9-16,0 10 5 0,0 8 8 16,2 8 2-16,1 3-2 15,5 2 1-15,1-1-1 16,0-8 1-16,3-1 3 15,-1-15 4-15,1-5 1 0,3-5 4 16,-4-12-2 0,3-5-6-16,3-1-2 0,1-8-1 15,-1-2 0 1,4-6-1-16,-3-8 0 0,-1-3-1 16,5 0-1-16,-3-4 2 15,0-2 0 1,-2 3-4-16,-4 0-3 15,-9-2 3-15,-1 1-1 0,-1 0 1 16,-1-1 4-16,5 15-5 16,2 5 4-16,-2 14-6 15,0 9-3-15,-4 10-7 16,-2 7-1-16,-1 12 6 16,0 3 3-16,2 12 12 15,0-1 0-15,5 10 6 16,-2 0 2-16,-1 3-1 0,3-2-1 15,-4 0-2 1,-2-7-4-16,0-7 0 0,0-3-2 16,-2-22-1-16,0-8 2 15,0-14 1-15,-3-10 2 16,3-4-2-16,-1-6-2 16,-1-7-7-16,2-2-4 15,-3-6-12-15,1 2-8 16,3 1-8-16,1 4 6 15,6 6 12-15,0 8 11 0,3 8 15 16,3 7 7-16,2 11 21 16,1 2 8-16,4 9 6 15,0 1-1-15,1 2-14 16,1-1-8-16,2-4-10 16,-2-4-5-16,-1-7-6 15,0-4 0-15,-3-2-9 16,-4-1-17-16,2-3-39 15,-8-1-34-15,-4-1-101 16,1-1-46-16,-1 1-70 16</inkml:trace>
  <inkml:trace contextRef="#ctx0" brushRef="#br0" timeOffset="40975.97">28701 13481 155 0,'6'-1'103'0,"0"-3"16"15,-1-2-11-15,8 0 16 16,-5-2 5-16,2-1-1 0,1 2-10 16,-3 1-34-16,-2 3-22 15,-3 2-24-15,-3 0-2 0,-4 3-8 16,-4 1 0-16,1 6-6 16,-3 0-8-16,-3 5-2 15,1-1 0-15,-3 3 7 16,3 4 2-16,-4 3 8 15,-4 2 2-15,2 5-6 16,-3 2 1-16,9 4 5 16,0 3 3-16,6-5 11 15,6-3 1-15,0-15-11 16,11-8-7-16,3-11-10 16,2-8-8-16,6-12-4 15,-1-6-1-15,-3-11-3 16,5-1 0-16,-3-6-2 15,-3 1 0-15,-2 6-15 16,-9-1-6-16,1 20-15 16,-4 8-4-16,-1 20 11 15,0 10 7-15,-3 14 19 0,-2 7 3 16,-1 14 1-16,-1 5 2 16,5 4-4-16,0-2-2 15,1-15 2-15,0-14-14 0,2-21-72 16,1-14-89-16</inkml:trace>
  <inkml:trace contextRef="#ctx0" brushRef="#br0" timeOffset="41581.26">29144 13582 1125 0,'0'12'425'0,"2"10"-320"0,3-8-40 15,14-9-40-15,-3-8-13 16,-4-12-10-16,9-1 1 16,-7 0-18-16,-3 0-9 15,-4 6-21-15,-7 0-18 16,-9 4-62-16,-3 0-104 15</inkml:trace>
  <inkml:trace contextRef="#ctx0" brushRef="#br0" timeOffset="41884.58">29062 14026 1116 0,'8'3'402'0,"7"-3"-336"15,3-10-31-15,5-18-20 16,-4-2-8-16,5-10-5 0,-2 4-2 16,-3 7-7-1,-3 6-5-15,-9 14-1 0,-6 7 3 16,-9 14 9-1,-6 9 1-15,-12 10 0 0,-2 4-2 16,-3-2-1 0,0-5-5-16,4-15-45 0,3-8-54 15,5-23-250-15</inkml:trace>
  <inkml:trace contextRef="#ctx0" brushRef="#br0" timeOffset="42972.74">29724 13374 264 0,'4'3'139'0,"-4"2"-18"16,2-2-56-16,0-2 2 16,-3-1 13-16,1 0 2 15,0 0 13-15,0 0 3 16,0 0 2-16,0 0-5 16,0 0-20-16,-1 0-12 15,1 0-24-15,0 0-10 0,0 0-17 16,0 0-5-1,-1 0-4-15,0 0 0 16,0 0-1-16,-1 0 2 16,1 0 5-16,-14 0 0 0,-29 2 13 15,25 0-2-15,-7 5-4 16,-5 2-1-16,-4 6-10 16,-3 1 0-16,7 2-5 15,7-1 0-15,3-2 2 16,4-2-4-16,7-4 3 15,2-1 0-15,8-2 3 0,4-1 5 16,8 0 7-16,3-5 5 16,6 0 1-16,1-4-3 15,3 1-7-15,0 2-7 16,-3 1-9 0,-2 6 0-16,-11 2-12 0,-4 9-3 15,-5 12-1-15,-5 7 0 16,-5 17 11-16,-1 1 6 0,-2 7 9 31,2 2 5-31,0-6 2 0,3-2 4 16,4-17 9-16,3-7 3 15,5-15 9-15,6-2-1 0,5-14-6 16,1-3-8-16,7-2-11 16,-8-4-7-16,3 0-39 15,2 4-23 1,-2 1-71-16,0 0-62 0,3 1-176 15</inkml:trace>
  <inkml:trace contextRef="#ctx0" brushRef="#br0" timeOffset="43831.89">30198 13450 182 0,'-1'1'80'0,"-4"3"-35"16,5 0-74-16,-5 1-24 15</inkml:trace>
  <inkml:trace contextRef="#ctx0" brushRef="#br0" timeOffset="45122.95">30197 13460 84 0,'1'-2'71'16,"3"0"7"-16,1 2-16 15,-5 0-9-15,0 3-17 16,0-3-5-16,0 0-14 15,-1 0-7-15,0 0-4 16,0 0-4-16,0 0 0 16,1 0 2-16,0 0-1 15,0 0 1-15,0 0 0 16,0-1-1-16,0 0 3 0,0 0 4 16,0 0 23-16,0 0 13 15,0 0 25-15,0 0 5 16,0 0 3-16,0-2-8 15,0 1-19 1,0 1-10-16,0 0-16 0,0 0-1 16,0 0-4-16,0 0 1 15,0 0-1-15,0 0 0 16,-1-4 1-16,0 3 1 16,-1 0-1-16,1 1 0 0,0 0 2 15,0 0-1-15,0-1-4 16,0 1-3-16,0 0-9 15,1 0-3-15,0 0-5 16,0 0-3-16,0 0 1 16,0 1 2-16,0 0 2 15,0 0 2-15,0 0 7 16,0 0 0-16,0 0 5 16,0 0 2-16,0 0 1 15,0 0 3-15,0 0 2 0,0 0 1 16,0 0-7-1,0 1-5-15,3 6-4 0,-1-3-2 16,-1-1-1 0,-1-2 1-16,0-1-3 0,0 0-3 15,0 0 0-15,0 0-1 16,0 0 3-16,0 0 4 16,0 0-4-16,0 0 0 15,0 0 0-15,0 2-2 16,2 2 3-16,-2-2 2 0,0-1-6 15,0 0 2-15,0-1-1 16,0 1 1-16,0-1 0 16,0 0-2-16,1 6 1 15,-1-1-2-15,0 7 6 16,1 29 6-16,0-23 1 16,0 8 1-1,-1 11-7-15,0 0-3 0,-7 11-2 16,4-2 0-16,-5-7 2 15,-1 2 0-15,5-17-2 16,-7-5-1-16,-4-18-1 16,12-8-2-16,-4-18 2 15,4-11 2-15,3-17 0 16,-1-5 0-16,7-4 0 16,6 3-3-16,10 6-1 15,2 8 2-15,3 14-1 16,-3 7 1-16,4 16 2 0,-6 5 0 15,-2 14-1-15,-3 9-3 16,-7 10 0-16,-7 7-3 16,-6 5 3-16,-5 2 2 0,-6 7 1 15,1 0 4 1,-4 5 6-16,2 1 0 0,1-4-1 16,3-4-3-1,9-14 1-15,2-8 1 0,9-13 11 16,2-6 7-1,5-8 11-15,1-7 4 0,2-12-3 16,2-7-7-16,2-16-14 16,0-1-7-16,1-4-18 15,1 3-10-15,-3 5-23 16,0 9 0-16,-6 9 10 16,-6 0 10-16,-2 14 16 15,-5 4 0-15,-2 6 5 16,0 14-1-16,-7 1 2 15,-5 3-1-15,-4 7 2 16,1-1 3-16,4 2 16 0,2 3 13 16,8-3 17-16,2-3 6 15,8-4 2-15,2-2-5 16,7-8-13-16,-4-3-5 16,1-6-20-16,6-4-8 15,-3-7-16-15,3-4-18 16,0-2-38-16,-7-6-23 0,-3 1-56 15,0 2-42 1,-1 0-143-16,-6 4-61 16</inkml:trace>
  <inkml:trace contextRef="#ctx0" brushRef="#br0" timeOffset="45861.98">30808 13566 592 0,'-1'6'251'0,"-1"2"-114"0,2-2-108 15,-2-1-12-15,-3-1-6 16,1 2 2-16,-1-4 19 15,1 1 19-15,1-1 35 16,2 6 6-16,-3 5-8 16,1 10-18-16,-2 8-32 15,-1 3-13-15,1 15-15 16,0 0 3-16,4-3 19 16,0-3 12-16,6-21 12 15,1-14-5-15,3-14-17 16,0-13-15-16,0-15-10 15,-1-3-3-15,1-4-1 16,2 2-3-16,-3 15-4 16,2 7-1-16,-1 14-1 15,-1 6 4-15,3 13 3 0,0 6-1 16,1 6 2-16,0 5 1 16,0 0-1-16,0-2 0 15,-3 2-7-15,-1-1-8 16,-4-2-7-16,0 2 1 15,0 1-5-15,-4 2 5 16,2 8 7-16,-4 3 3 0,-4 7 13 16,-2-2 6-16,-3-7 7 15,-3-3-1-15,-3-15-1 16,-3-9-5 0,-1-7-1-16,1-8 4 0,1-9 11 15,-2-7 2-15,-2-18-1 16,-7-12-4-16,-1-16-15 15,0-6-9-15,13 3-52 16,11 6-35-16,19 12-131 16,9 3-114-16</inkml:trace>
  <inkml:trace contextRef="#ctx0" brushRef="#br0" timeOffset="46346.34">31643 13939 630 0,'-15'17'305'0,"-4"25"-80"0,-5-2-180 16,-6-10-61-16,4 1-15 15,-5-12-37-15,-6-2-15 16,4-6-4-16,1-4 11 16,6-3 22-16,5-4-3 15,7-4-65-15,4-3-53 16</inkml:trace>
  <inkml:trace contextRef="#ctx0" brushRef="#br0" timeOffset="47219.43">31954 13570 329 0,'-4'0'199'0,"-1"3"-15"0,-2 0-61 15,0 6-6-15,0 1-21 16,-2-1-16-16,2 5-28 16,3-1-10-16,3 0-9 15,-4-4-2-15,0 2-3 16,-2 3-9-16,-4 6-9 15,0 6-5-15,-1 8-8 16,3 5-3-16,2 7-3 0,2-2-1 16,5-1-8-1,0-5-1-15,6-9-4 0,4-8 5 16,3-13 15 0,1-5 7-16,7-14 20 0,1-8 3 15,2-17 7-15,5-13-4 16,4-15-10-16,5-6-7 15,1-4-11-15,1-1-4 16,-8 2-4-16,-1 2 3 16,-3 6-8-16,-3 9-1 0,-5 20-7 15,-2 11-5-15,-8 20 4 16,-4 6 5-16,-6 13 8 16,-3 8 3-16,-7 9-5 15,-3 8-3 1,-4 6-1-16,-4-2-1 0,-2 10 7 15,0-3 1-15,-2 1 10 16,2-2 13-16,4-14 25 16,7-4 7-16,6-13-3 15,4-5-10-15,2-8-25 16,5 1-10-16,7-2-6 16,5 3-2-16,8 0 3 15,-2-3 2-15,1-3 2 16,-1-2-6-16,-5-2-24 15,-1-2-27-15,-10-5-112 0,-4-5-89 16</inkml:trace>
  <inkml:trace contextRef="#ctx0" brushRef="#br0" timeOffset="47851.44">32449 12935 819 0,'-1'9'424'0,"1"8"-24"0,16-8-420 0,5-5-38 15,14-5-14-15,-5-3 8 16,-5-2 48-16,6 0 13 15,-4 2 9-15,5 1 4 0,-3 7 6 16,-2 2-5-16,-9 7-15 16,0 5-13-1,-10 10-25-15,-4 5-6 16,-9 14 12-16,-6 7 10 16,-5 10 27-16,-2 5 9 15,2 5 7-15,2-3 3 0,4-12 12 16,0-8 13-16,8-16 13 15,-1-2 2-15,3-5-14 16,1 0-10-16,-1 0-15 16,-3-1-6-16,1 2-1 15,-3 4-4-15,-7 5 9 16,1-2 4-16,-9-2 14 16,-4-5 8-16,5-10 3 15,-2-7-7-15,1-14-20 16,3-9-20-16,0-20-49 0,-2-5-48 15,4-5-182 1,-3 5-128-16</inkml:trace>
  <inkml:trace contextRef="#ctx0" brushRef="#br0" timeOffset="49010.72">29511 15283 398 0,'-5'9'170'0,"-1"8"-74"16,2 0-75-16,-1-5-15 0,3-2 0 16,-2-4 9-16,1 0 12 15,1-5 44-15,0 0 18 16,3-1 24-16,2 0 7 15,-3-1-15-15,0 0-8 16,5-3-6 0,16-3-9-16,37-56-5 15,-22 19 0-15,9-17-5 16,7-5-10-16,2-7-23 0,1 0-13 16,0-9-17-16,0-2-6 15,6-8-2-15,0 3-7 16,-13 19-22-16,-2 10-5 0,-21 25-15 15,-8 12 7-15,-2 19 16 16,-10 7 3-16,1 10-3 16,-5 1-12-16,-2-3-50 15,-6-3-45-15,-8-13-209 16</inkml:trace>
  <inkml:trace contextRef="#ctx0" brushRef="#br0" timeOffset="49378">29990 14372 541 0,'3'-4'254'0,"4"-10"-89"0,5-3-62 0,8 3-31 16,1-2-1-16,4 4 0 16,2 2 1-16,5 9-5 15,1 1-13-15,0 17-22 16,-2 6-13-16,-5 11-15 16,-6 6-2-16,-9-1 2 15,-7 1 1-15,-10 3-3 16,-6 3 1-16,-12 1-7 15,-1 4-8-15,-4 1-14 16,-3 0-16 0,-2-1-44-16,-6-4-35 0,-4-9-100 15,3-5-58-15</inkml:trace>
  <inkml:trace contextRef="#ctx0" brushRef="#br0" timeOffset="51829.17">28851 15603 409 0,'1'-6'217'15,"1"-4"-51"-15,0-7-59 16,4-1-8-16,-1 4-37 15,3 5-25-15,1 8-27 16,-2 1-4-16,2 10 1 16,1 10 2-16,1 14-1 15,1 12-1-15,3 17-2 16,1 1-3-16,-4 0 2 16,0-2-2-16,-8-13-1 15,0 1 0-15,-3-10 0 16,-1-10 14-16,-4-10 34 15,-4-13 14-15,-5-17 7 0,0-8-11 16,-2-11-30-16,-1-10-11 16,3-4-10-1,3-6-4-15,4-15 1 0,0-4-4 16,11-8 1-16,0 2 2 16,15 17-4-16,5 9 0 15,9 22 0-15,6 7 0 16,6 12 1-16,3 7-1 15,-8 8 2-15,4 9 0 16,-12 11 1-16,-7 5 0 0,-5 7-1 16,-11 4-5-16,-10 1 2 15,-4 2-1-15,-9-2-2 16,-4-5 4-16,-6-8-2 16,-1-4 2-16,6-9 0 15,1 0-4-15,7-3 2 16,7 1-2-16,4 1 4 15,12 4 0-15,14 1 0 16,2 0 0-16,7-3 4 16,-5-5 0-16,-1-10 2 15,1-4-1-15,-5-11-3 0,-2-9-1 16,-3-2 3 0,-4-7-3-16,-3-2 0 15,-1 3-1-15,-7-4-3 16,1 3 2-16,-6-3-2 0,-1 2 2 15,-3 1-15-15,-3 4-11 16,0 12-10-16,-2 10-1 16,3 15 15-16,1 12 9 15,3 10 23-15,1 6 10 16,7 3 13-16,1 0 8 0,5 3-9 16,4-8-7-16,5-5-15 15,-1-11-8-15,2-25-20 16,-2-7-37-16,-5-25-244 15</inkml:trace>
  <inkml:trace contextRef="#ctx0" brushRef="#br0" timeOffset="52491.63">29935 15814 488 0,'-2'2'240'0,"1"2"-98"15,-1 0-77-15,-2-2-24 0,-4 1-33 16,7-3-6-16,0 0-1 15,-3 1 7-15,-6 2 25 16,-26 40 12-16,30-20 14 16,1 0-7-16,-1 6-22 15,1-1-9 1,1 1-13-16,1-3 5 0,0-13 15 16,2-7 7-16,1-12 4 15,2-9-2-15,4-11-9 16,3-4-4-16,9-5-1 15,0 3-5-15,6 8-8 16,2 9-5-16,-1 14-12 16,2 6-8-16,-1 15-24 15,4 6-5-15,-3 9-6 16,-5 6 4-16,-1 11 19 0,-5 5 6 16,-6 3 5-16,-1 4 1 15,-9-8 3-15,2-3 0 16,-13 1 12-16,-5-2 1 15,-6-4 10-15,-9-5 7 16,0-11 11-16,0-9 5 16,-1-12 7-1,-2-8-2-15,0-15 7 0,-2-4-2 0,-3-14-8 16,0-5-6 0,8-2-18-16,9-2-4 15,22 2-5-15,12 3-2 0,15 5 1 16,2 2-2-1,6 3 0-15,1 2-2 0,-1-2-51 16,8-7-69-16,1 0-248 16</inkml:trace>
  <inkml:trace contextRef="#ctx0" brushRef="#br0" timeOffset="52743.65">30424 15866 838 0,'0'15'347'0,"0"20"-192"0,3 2-51 0,3-2-44 16,-2-4-19-1,-4-14-36-15,0 0-30 16,-3-25-66-16,-2-6-56 0,0-17-206 16</inkml:trace>
  <inkml:trace contextRef="#ctx0" brushRef="#br0" timeOffset="52960.67">30446 15525 1134 0,'-6'8'425'16,"-5"7"-299"-16,10-28-245 0,1-8-139 15</inkml:trace>
  <inkml:trace contextRef="#ctx0" brushRef="#br0" timeOffset="53597.17">30756 15795 403 0,'0'0'231'15,"0"0"-15"-15,-2 2-43 16,1-2-44-16,0 0-32 15,0 0-50-15,0 0-20 16,0 0-19-16,0 0-1 0,-4 2-4 16,-3 3 1-1,-4 9 2-15,-27 27 1 0,32-22 3 16,-6 0 1 0,4 4-5-16,8 2-2 0,-7 3-4 15,8 4 0 1,8-1 2-16,-1-3 2 0,13-12 7 15,1-8 3-15,3-12 10 16,0-9 4-16,3-10 8 16,0-6-2-16,-3-11-8 15,-1 0-9-15,-6-6-10 16,-1 1-3-16,-11-1-4 16,-6 3-6-16,-12 6-14 0,-7 4-12 15,-9 8-36-15,-2 6-36 16,0 14-113-16,2 14-35 15,4 16-34-15,-1 4 2 16</inkml:trace>
  <inkml:trace contextRef="#ctx0" brushRef="#br0" timeOffset="54142.49">31112 15594 525 0,'-4'6'287'0,"-3"8"-32"0,5 0-138 16,2-3-82-16,6 4-8 15,-2 3-18-15,-4 3-5 16,-4 3-1-16,-4 3 6 16,4 4 21-16,-2-1 15 15,6 2 30 1,0-1 1-16,0-5-5 0,4-2-9 15,-1-11-22-15,0-4-8 16,0-11-17-16,6-6-6 16,-2-7-5-16,5-5-3 15,1-6 2-15,2-4-1 0,6 1-2 16,-2-3 1 0,5 7 2-16,-1 3 0 0,3 11 1 15,0 5-1-15,-1 13-3 16,-2 7 0-16,-2 13 1 15,-3 6-1-15,-8 8 0 16,-5 2 0-16,-8 0-11 16,-4-1-9-16,-7-4-35 15,-2-5-30-15,-5-23-129 16,-3-10-144-16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937" units="cm"/>
          <inkml:channel name="Y" type="integer" max="1740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2632" units="1/cm"/>
          <inkml:channelProperty channel="Y" name="resolution" value="1000.1149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9-14T07:09:29.008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8">
        <inkml:traceFormat>
          <inkml:channel name="X" type="integer" max="12376" units="cm"/>
          <inkml:channel name="Y" type="integer" max="6960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1" timeString="2026-09-14T07:09:49.696"/>
    </inkml:context>
  </inkml:definitions>
  <inkml:trace contextRef="#ctx0" brushRef="#br0">22690 15629 27 0,'1'1'7'0,"0"0"-9"15,1-1-2-15,1-3 2 16,2 1 1-16,-5 2 2 16,0 0 8-16,0 0 31 15,0 0 24 1,0-1 78-16,0 0 29 0,8-8 27 15,29-43-3-15,-22 25-42 16,0-5-25-16,11-1-33 16,1-1-16-16,10 5-34 15,1 3-12-15,-3 3-20 16,-2 3-5-16,-5 6-9 16,-2 2-14-16,-9 6-72 15,0-1-84-15</inkml:trace>
  <inkml:trace contextRef="#ctx0" brushRef="#br0" timeOffset="346.22">22872 15745 358 0,'2'1'211'0,"8"2"-18"16,2-1-21-16,5-6-29 15,7-4-20-15,1-11-26 16,3-6-19-16,1-10-29 15,-4-3-14-15,5 2-25 16,-5 1-7-16,3 4-38 16,0-2-27-16,2-2-113 15,-1-3-101-15</inkml:trace>
  <inkml:trace contextRef="#ctx0" brushRef="#br0" timeOffset="13626.51">21644 14010 233 0,'1'1'191'0,"1"-1"12"0,-2 0-43 15,0 0-20-15,-4-1-38 16,3 1-18-16,0 0-30 16,0 0-15-16,0 0-23 15,0 0-6-15,0 0-9 16,-3 3 1-16,-7 16-1 15,-8 32 0-15,13-16 1 16,5 4 0-16,-2-2-1 16,-3-1 2-16,8-10-3 15,-5-8 0-15,6-6 0 16,4-8-2-16,-1-3 2 16,-2-1 0-16,2 1 0 15,-4 4 0-15,1 2-1 0,5 2 0 16,-2-1 1-16,2 2 0 15,-2-7 1-15,-1 1 0 16,-3 1-1-16,4-3-1 16,-2 3 1-16,4 0 0 15,-2-1 1-15,0 1-1 16,-1 0 1-16,1 2 0 0,-3 1 2 16,-3 3-1-1,-2 4-2-15,-4 3 1 0,-7 6 1 16,-1 3-1-1,-8 3 0-15,-7 3-1 16,-10 2 3-16,-7-1 3 16,-11-3 1-16,-2-13 2 0,12-9-5 15,5-7-2-15,22-8 0 16,5-1-2-16,10-6-22 16,3-2-39-16,4-7-143 15,4-3-86-15</inkml:trace>
  <inkml:trace contextRef="#ctx0" brushRef="#br0" timeOffset="14134.38">22060 14087 286 0,'4'-5'207'0,"0"-2"36"15,6 0-46-15,-10 4-60 16,2 3-11-16,2 13-31 0,4 7-18 15,10 17-32-15,-2 11-14 16,0 14-26 0,1 8-3-16,-5-4-2 15,-1-4 3-15,-7-17-2 0,-4-5 1 16,-4-12 0-16,-4-3-3 16,-2-7-15-16,-2-11-25 15,-4-9-133-15,-2-7-109 16</inkml:trace>
  <inkml:trace contextRef="#ctx0" brushRef="#br0" timeOffset="14442.27">22109 13754 764 0,'-2'10'288'0,"0"9"-215"0,1 4-46 16,-1-1-26-16,2-2-9 15,-3-1-33-15,-1-6-12 16,-2-6-52-16,-3-6-74 16</inkml:trace>
  <inkml:trace contextRef="#ctx0" brushRef="#br0" timeOffset="19023.29">22456 14025 287 0,'2'1'184'16,"-3"4"-10"-16,-4-1-5 0,-2-1-40 16,1 4-11-16,4 0-19 15,-2-9-6-15,2 4-14 16,2-2-18 0,3-5-12-16,-3 5 0 15,0-1 2-15,3-1 8 0,17-8-3 16,25-17-8-16,-17 21-9 15,4 4-4-15,-7 5-13 16,-2 7-5-16,-6 16-3 16,-3 5-6-16,-5 11-2 15,-2 3 0-15,-7-7-6 16,-2 2 5-16,-6-8 1 16,-1-6-4-16,-1-5 1 15,2-4-3-15,1-9-2 0,3 0 5 16,4-4-4-16,0 2 1 15,5 0 0-15,4 3-2 16,3 3 2-16,4 1-1 16,3 1 1-16,0-3 1 15,-3-4-1-15,-2 0 1 16,1-4 1-16,0-2 1 16,0-3-12-1,-1-4-37-15,-4-1-127 0,-2-1-195 16</inkml:trace>
  <inkml:trace contextRef="#ctx0" brushRef="#br0" timeOffset="19338">22580 14211 539 0,'4'-2'329'0,"3"2"39"15,6 0-202-15,3-1-6 16,7 7-32-1,0-4-30-15,0 2-52 0,1-2-19 16,0-8-18-16,1 5 1 16,2-9-8-1,2-2-35-15,-7 1-202 0</inkml:trace>
  <inkml:trace contextRef="#ctx0" brushRef="#br0" timeOffset="20107.88">23128 14031 22 0,'0'-1'24'16,"0"0"12"-16,-1 0 33 16,-2 1 13-16,2 0 16 15,0 0 7-15,0 0 8 16,0 0 5-16,0 0 19 0,1 0-1 16,0 4-15-16,1 6-12 15,0-6-34-15,0-2-9 16,-1-1-6-16,6 4-2 15,34 10 10-15,-22-23 5 16,-2-7-8-16,1 0-5 16,-4-4-23-16,-5-2-13 0,-4-1-14 31,-4 4-1-31,-5 1-7 0,-2 4 1 16,-6 6-1-16,-2 0 1 15,-2 7 0-15,-1 3-3 0,4 8-5 16,2 7-1-16,4 9-3 15,3 4 7-15,5 8 0 16,2 7 1-16,6 7 2 16,3-2 1-16,4 3 5 15,5-5 0-15,3-9 2 16,1-7-2-16,4-18-23 16,1-10-71-16</inkml:trace>
  <inkml:trace contextRef="#ctx1" brushRef="#br0">31420 14296 0,'0'0'0,"0"0"15,-33 5 1,17 1-1,0-1 1,5-2 0</inkml:trace>
  <inkml:trace contextRef="#ctx0" brushRef="#br0" timeOffset="26371.85">23832 13572 122 0,'3'-5'41'16,"3"-4"-32"-16,-1 0-13 0,-4 1-2 15,-1 1 3-15,-6-1 9 16,2 3 46-16,5-2 34 16,-2-1 66-16,0 1 23 0,1-1 3 15,-7-1-18-15,2 4-49 16,-4 0-21-16,-5 2-46 15,-6 2-13-15,-2 5-18 16,-2 6-4-16,-1 12-3 16,0 7 3-16,1 14 6 15,1 6 1-15,4 2 4 16,3-2 0-16,3-6 13 16,4-7 5-16,2-3 14 15,5-3 4-15,7-6-6 16,3-1-3-16,11-4-12 15,4-1-7-15,9-5-8 16,5-1 0-16,12-9 0 16,9 0-2-16,1-3-2 15,-1-3-4-15,-12 3-6 16,-10 5-1-16,-12 5 1 0,-5 5-2 16,-12 6 7-16,-10 4 8 15,-10 6 16-15,-10 0 11 16,-15 3 16-16,-11-8-2 15,-13-1-14-15,-3-5-7 16,1-8-25-16,7-1-2 0,9-14-16 16,5-5-19-16,15-4-44 15,0-10-69-15,3-5-145 16,9 1-211-16</inkml:trace>
  <inkml:trace contextRef="#ctx0" brushRef="#br0" timeOffset="27155.62">24539 13774 552 0,'-7'0'239'0,"-9"2"-104"15,2-2-2 1,-7 2 2-16,2-2-13 0,2 1-38 16,-4 0-7-16,10 2-12 15,-2 4-5-15,0 4-15 16,2 3-14-16,-3 9-18 15,0 6-4-15,-1 5-2 16,3 5 2-16,2 3 18 16,8 2 8-16,13 2 22 15,-2 0 4-15,11-4-10 16,6-4-6-16,-1-15-26 16,6-10-5-16,8-20-8 15,0-11-6-15,2-14-53 16,-1-5-46-16,-4-1-175 15,-4-3-226-15</inkml:trace>
  <inkml:trace contextRef="#ctx0" brushRef="#br0" timeOffset="27897.33">25030 13928 522 0,'-1'0'250'16,"-2"-1"-85"-16,-3-1-69 15,1-4-26-15,-3 1 3 16,-3-3-7-16,0-1-7 16,-4 2-13-16,-4-2 1 0,4 3 5 15,0 5 1-15,-3 2-8 16,4 5-5-16,1 1-9 16,6 1-10-16,4 5-7 15,6 4-6 1,-2 5-4-16,2 4 2 15,4 9-2-15,1 3 1 0,4 10 9 16,1 4 7-16,0-3 25 16,-4-6 12-16,2-17 7 15,-2-15-8-15,2-19-19 16,2-12-8-16,1-17-12 16,2-7-4-16,-1-9-9 15,0 3-1-15,-1 3-5 16,4 10 1-16,-4 14-12 0,1 8-8 15,-2 15-5-15,-3 6-4 16,2 12 4-16,-1 6 6 16,1 9 1-16,3 2 8 15,0-2 6-15,-2 0-2 16,0-17 6-16,0-5 1 16,2-14 0-16,-6-13 3 15,5-9-19-15,-8-4-40 0,4-8-139 16,-3-1-198-16</inkml:trace>
  <inkml:trace contextRef="#ctx0" brushRef="#br0" timeOffset="28242.84">25439 13042 994 0,'-7'21'382'0,"-6"21"-257"0,1-1-104 16,9-5 2-1,1-4 10-15,8 3 7 0,4 2 4 16,3 14-5-1,3 8 8-15,1 15 20 0,-1 8 6 16,-5 19 0 0,-2 9-17-16,-4-6-23 0,0-8-10 15,-3-28-27-15,-2-17-16 16,-6-24-56-16,2-15-38 16,-1-24-136-16,0-17-146 0</inkml:trace>
  <inkml:trace contextRef="#ctx0" brushRef="#br0" timeOffset="28835.36">25733 13897 820 0,'6'4'328'0,"9"2"-194"0,5-4-43 0,3-7-2 15,3-8 9-15,2-11-10 16,-5-9-16-16,-2-10-33 16,-1-3-16-16,-13-8-16 15,4 3-3-15,-2 3-4 16,-3 5 1-16,-3 14 1 15,-4 8-2-15,-5 12 0 16,-2 4 2-16,-6 6-2 16,-6 3 0-16,-2 4-7 15,-6 3-5-15,-4 4-10 16,4 4-6-16,-4 11-6 16,5 7 0-16,10 15 14 15,7 5 7-15,14 10 25 0,11-2 13 16,11-2 21-16,6-5 10 15,7-15-6-15,2-6-8 16,9-23-23-16,-2-12-24 16,1-28-83-16,1-13-89 15</inkml:trace>
  <inkml:trace contextRef="#ctx0" brushRef="#br0" timeOffset="30777.98">26405 12783 309 0,'-3'0'194'0,"-3"-2"-38"15,1-1-31-15,1 0-13 16,-1 0-36-16,1 3-13 16,-3 4-8-16,2 2-4 15,-5 5-4-15,-3 2-1 16,1 8-12-16,-5 2-5 0,-1 6 0 31,0 5-3-31,-7 8 2 0,-6 4 1 16,3 14 0-16,4 7 1 0,6 10 2 15,12 11 4-15,4 8 11 16,3 6 1-16,18 5-4 16,5 3-6-16,16-12-16 15,7-7-4-15,0-19-4 16,2-10-3-16,-1-13 0 15,-4-5-4-15,-5-16-2 16,-6-7-2-16,-7-14 0 16,-7-7 1-16,-8-3-2 15,-2-3 1-15,-3-1-2 16,-3 2-1-16,1-2-6 16,2 3-23-16,-3-2-71 0,0 1-60 15,-1-6-272 1</inkml:trace>
  <inkml:trace contextRef="#ctx0" brushRef="#br0" timeOffset="32033.34">26925 13329 331 0,'0'0'224'0,"-2"-2"-8"0,-2 0-85 16,-3-2-16-16,-2 1-31 15,-1 3-8-15,-2-1-11 16,-1 4-7-16,-4 4-14 15,-5 4-9-15,-3 10-10 16,-2 1-8-16,0 9-8 16,1 4-2-16,5 7-4 15,5 7-1-15,8 7 5 16,7 5 2-16,5 3 2 0,3-9 5 16,8-13 0-16,1-11-1 15,3-23-5-15,5-10-2 16,4-18 7-16,1-14 2 15,0-16 7-15,-2-5-1 16,-6-15-5-16,-3 1-3 0,4-8-2 16,-3 0-3-16,-2 0-4 15,0-5-3 1,-6 1 0-16,-5-3-3 16,-6 8 3-16,-1 7-1 0,-5 17-1 15,-1 13-2-15,0 25-8 16,-1 14-3-16,-3 25 1 15,1 19 3-15,1 30 4 16,0 10 1-16,3 21 3 16,-1-3 1-16,3-10 10 15,4-6 9-15,5-23 10 16,3-9 3-16,7-23-5 16,3-8-9-16,6-17-11 15,4-10-3-15,6-13-51 16,-1-4-47-16,4-9-215 0</inkml:trace>
  <inkml:trace contextRef="#ctx0" brushRef="#br0" timeOffset="32773.89">27598 12821 599 0,'-3'2'306'15,"-2"1"-90"-15,-3-2-117 0,-3 1-25 16,-6-2-42 0,-4 0-14-16,-8 1-13 15,-2-1-1-15,-2-2 4 0,2-2 3 16,7 0 0-16,3 0 1 15,12 1 1-15,4 1-3 16,5-1-3-16,1 2 4 16,4-1 6-16,3 3 3 0,3 3 2 15,2 3-3-15,-1 4-4 16,0 2-5-16,-2 10 5 16,0 3 2-16,0 12-4 15,-6 5 3-15,0 11 9 16,-4 11 4-16,-3 6 9 15,-1-1 7-15,-1-7-1 16,0-9-4-16,3-8-1 16,1-8-3-16,1-12-8 15,1-5-1-15,1-9-8 16,0-4-3-16,-1-3 0 16,3 3-5-16,-2-2 2 15,-1 4-3-15,-1 0-3 16,0 0 3-16,1 4-7 15,0-2 2-15,0 6-3 16,1-4 0-16,2-6 2 0,-1 2 3 16,5-7 4-16,0 2-3 15,6-6 2-15,2-2-5 16,7-8-4-16,3-5 0 16,10-6-13-16,2-3-35 0,9-4-118 15,0 2-127 1</inkml:trace>
  <inkml:trace contextRef="#ctx0" brushRef="#br0" timeOffset="33696.33">27871 13031 739 0,'0'-3'307'0,"0"-12"-165"0,4-8-41 0,8-14-38 15,3-5-15-15,8-2-28 16,1 0-9-16,2 5-3 16,0 4 1-16,-4 11 2 15,0 6 2-15,-6 18-6 16,1 8-1-16,-4 17 9 15,-2 8 0-15,-2 10 7 16,-2 3-2-16,-5 9 3 16,0 2 6-16,-2 13 9 15,0 3 5-15,2 2 2 16,-3-1-6-16,-4-16-6 0,0-7-5 16,-2-16-13-16,2-5-3 15,3-13-11-15,2-6-1 16,4-11 1-16,0-5-3 15,3-14-35-15,0-3-32 16,-3-5-105-16,0-1-98 16</inkml:trace>
  <inkml:trace contextRef="#ctx0" brushRef="#br0" timeOffset="33907.98">27940 13479 655 0,'0'2'344'16,"1"3"-33"-16,8-4-223 15,6-1-13-15,8 0-5 16,5-2-8-16,10-4-13 16,5 1-6-16,1-3-20 15,1 2-9-15,-9-1-64 16,-5-2-41-16,-7-2-134 15,-4-2-113-15</inkml:trace>
  <inkml:trace contextRef="#ctx0" brushRef="#br0" timeOffset="34628.26">28320 12625 594 0,'-3'0'310'0,"-1"7"-62"0,2-6-97 16,2 0-62-16,4 4-13 16,-4-6-19-16,0 1-9 15,8-2-14-15,6-4-2 16,33-23 2-16,-26 13 4 16,0 10-1-16,0 5-4 15,-5 6-7-15,-4 5-8 0,-3 11-1 16,-2 6-6-16,1 15 3 15,1 10 2-15,2 6-4 16,4 5 5-16,4-2-8 16,3-1-4-16,2-6-4 15,0-3-1-15,-6-9 0 16,-5-2 3-16,-7-5 1 16,-8-6 0-16,-7-1 2 15,-2-1 2-15,-8-3 9 16,-1 4 4-16,-5-5 8 15,-5-2 0-15,2 4 0 16,4-2 1-16,2-2-4 16,4-2 1-16,3-6-8 15,1-4-4-15,3-6-10 0,2-3-7 16,2-7-46-16,2-8-40 16,0-13-119-16,2-5-125 15</inkml:trace>
  <inkml:trace contextRef="#ctx0" brushRef="#br0" timeOffset="34893.87">29097 12953 1105 0,'4'9'465'0,"12"7"-218"16,10-1-187-16,12-15-51 0,6-7-9 15,-3-9-80-15,-5-5-50 16,-10-3-235-16</inkml:trace>
  <inkml:trace contextRef="#ctx0" brushRef="#br0" timeOffset="35496.62">29702 12914 738 0,'-6'2'317'0,"-4"4"-155"16,-6 2-45-16,2-1-44 16,4 6-19-16,-10 7-37 0,6 4-11 15,-8 7-2-15,2 4-4 16,7 1 0-16,3 1 0 16,8-5 2-16,4-5 1 15,6-15-3-15,4-7-3 16,11-8-3-16,0-11 1 15,5-11 6-15,-3-13 2 16,-1-16 0-16,-2-3-1 16,1-6 0-16,-3 1-2 15,-3-3 2-15,1-4-2 0,-8-5 0 16,0 0 0-16,-5-2 0 16,1 6-3-16,0 16 0 15,2 10-4-15,-2 25 4 16,-2 10-4-16,-4 22-2 15,-4 14 3-15,-5 19-2 16,-2 16 5-16,-4 27 10 16,0 8 8-16,5 14 22 15,8-2 7-15,9-16 2 16,5-13-3-16,8-29-22 16,-1-18-15-16,2-35-63 0,0-15-60 15</inkml:trace>
  <inkml:trace contextRef="#ctx0" brushRef="#br0" timeOffset="36078.22">30463 12384 697 0,'-1'-1'336'0,"-5"-4"-72"0,0-2-203 0,-6-5-54 16,-3-1 1-16,-12-7 1 15,-3 1 5-15,-6 1 20 16,-3 2 9-16,4 11 29 16,1 5 9-16,8 7-1 15,3-1-7-15,10 2-29 16,1-2-18-16,7 0-19 0,-3 4-2 16,6 4 0-16,6 6 7 15,-3 6 14-15,8 4-1 16,-8 8 10-16,4 7-4 15,5 20-11-15,1 5-3 16,-1 12-9-16,-7-1-1 0,-5-4-1 16,1-3-1-16,1-12 5 15,1 0 7-15,6-18 11 16,-6-10 6 0,7-18 5-16,0-12-3 0,5-9-8 15,9-1-7 1,5-3-11-16,4 2-2 15,3-5-8-15,1-2 1 0,-2 9-2 16,-3 2-11-16,-11 4-42 16,-4 3-38-16,-12-6-81 15,-5-7-47-15,-8-5-240 16</inkml:trace>
  <inkml:trace contextRef="#ctx0" brushRef="#br0" timeOffset="36586.17">30779 12563 847 0,'-6'4'335'0,"-6"4"-205"16,1 1-61-16,-1 4-32 15,-2-5-10-15,-2 9-17 16,1 2-2-16,-1 4-1 15,6 8 8-15,5 9 19 16,1 0 10-16,13 5 13 16,2-1-4-16,3-8-6 15,6-6-4-15,1-15-9 0,3-9-1 16,4-13-7 0,3-12-10-16,-3-10-3 0,0-4-7 15,-9-6-2 1,-3 4 4-16,-15 6-6 15,-5-2 3-15,-13 8-15 16,-8 0-8-16,-14 6-13 0,-4 0-10 16,1 13-18-16,-1 1-14 15,9 3-49-15,6 6-49 16,12-5-173-16</inkml:trace>
  <inkml:trace contextRef="#ctx0" brushRef="#br0" timeOffset="37272.33">30954 12195 597 0,'-4'0'287'0,"1"1"-79"16,2 0-89-16,5 2-20 15,7 3 6-15,5 3 22 0,2 1 2 16,1-2-8-16,6 0-17 16,4-6-38-16,-3-1-20 15,13-1-28-15,-7-4-5 0,-1-3-4 16,-1 2-2-16,-9 4-2 15,-5 3-4 1,-1 14 1-16,-4 2-2 16,-4 13 1-16,-1 5 4 0,-2 6-5 15,1 5 1-15,-1 4-1 16,5 2 0 0,-1-3 0-16,0 0-2 0,0-9-2 15,-1-5-3-15,-3-2 4 16,-3-8 1-16,-2 1 5 15,-4 1-1-15,-3-3 10 16,0 2 5-16,1 0 4 16,2 2 7-16,4 1-3 15,-4-1-1-15,2-4-5 16,0-2-5-16,-3-9-7 16,4-6-3-16,1-1-2 15,1-4-1-15,2-1 1 0,-1 0 1 16,0 3-4-16,-1-5-1 15,0 0 0-15,0 0 0 16,-1 15 2-16,-6 28 1 0,-1-28-1 16,0 0-2-1,-1-3 3-15,-1 0-1 0,3-4-6 16,2 0-6-16,4-10-31 16,-2-3-22-1,2-14-50-15,0-12-20 0,-2-3-43 16,-2-2-45-1,-4 8-202-15</inkml:trace>
  <inkml:trace contextRef="#ctx0" brushRef="#br0" timeOffset="38074.12">31380 11788 514 0,'-3'-8'248'0,"-1"-6"-64"0,4 0-61 0,5-2-34 15,5 8-2-15,7-3-2 16,6 4-5-16,4 4-5 16,9 3-8-16,1 12-27 15,7 9-9 1,8 15-13-16,-6 3-5 0,8 15 12 16,-7 8 5-16,-8 30 7 15,-5 13 1-15,-18 23-4 16,-14 10-4-16,-16 6-8 15,-20 1-3-15,-17 1-11 16,-6-7-16-16,-17-18-62 16,3-7-41-16,-5-20-161 15,0-13-130-15</inkml:trace>
  <inkml:trace contextRef="#ctx0" brushRef="#br0" timeOffset="42218.47">27040 14992 208 0,'5'11'73'0,"9"16"-66"0,3 5 2 15,11 16 32-15,7 6 13 16,10 11 26-16,-4 4 5 16,0-8-21-16,-4-4-11 15,-11-13-26-15,5-3-13 16,-14-17-100-16</inkml:trace>
  <inkml:trace contextRef="#ctx0" brushRef="#br0" timeOffset="43315.45">26891 15753 353 0,'0'0'155'0,"1"0"-91"0,-1 4-14 0,0 1-19 15,6 3-12-15,-1 1-3 16,0-1 2-16,2 2 19 16,0-3 13-16,3 10 30 15,6 5 7-15,6 16 4 16,1 5-6-16,2 20-28 15,-2 3-11-15,-2-3-28 16,-1-1-6-16,-5-23-33 16,0-11-45-16,-9-18-162 15</inkml:trace>
  <inkml:trace contextRef="#ctx0" brushRef="#br0" timeOffset="43832.7">27046 16005 317 0,'4'0'149'16,"3"1"-40"-16,5-1-29 16,1-6 13-16,6 1 7 15,8-1-2-15,7 0-18 16,6-1-8-16,5 2-16 15,-4-2-10-15,-2 6-15 16,-2 1-6-16,-6 4-9 16,-3 4-6-16,-6 7-2 15,-4 4-3-15,-8 7 2 16,-5 8 2-16,-6 7-2 16,-7 4 1-16,-11-1-5 0,-7-4 0 15,-11-5-2-15,-3-3 2 16,-10-5 0-16,-7-1-1 0,-6-2-2 15,4-4-2-15,13-5-20 16,14-2-28-16,17-9-123 16,4-4-122-16</inkml:trace>
  <inkml:trace contextRef="#ctx0" brushRef="#br0" timeOffset="44365.31">27693 16171 392 0,'3'2'209'0,"3"-6"-11"16,3-1-67-1,10-8-6-15,0-9 3 0,-1-12-33 16,0-2-25-16,-5-5-45 16,-3 0-12-16,-8 9-11 15,0 2 2-15,-6 7-1 16,-11 5-3-16,2 8 1 16,-1 5-1-16,-4 8-3 15,4 6 3-15,-2 10 1 16,-1 4 0-16,11 12 2 15,1 3 1-15,12 16 2 0,3 1-1 16,0 0 5-16,8-1-5 16,-2-18-1-1,-2-10 2-15,10-18-2 0,0-8-2 16,10-18-2-16,5-11-2 16,1-27-88-16,-1-10-111 15</inkml:trace>
  <inkml:trace contextRef="#ctx0" brushRef="#br0" timeOffset="45131.76">28525 15792 246 0,'0'1'196'0,"-2"1"12"0,0-3-49 15,-2-2-25-15,-4-5-53 16,-3 0-27-16,-5-4-19 16,-2 2-6-16,-5 3-14 15,-2 1 3-15,-9 6 7 16,2 4 7-16,-1 7 17 0,3 2 2 16,6 9 7-16,-2 1-10 15,10 2-10-15,-2 3-7 16,10 2-14-16,10 5 2 15,10 10-10-15,9 7 2 16,3 1-3-16,-1-1-3 0,5-11 1 16,2-9-2-16,12-17-3 15,2-11-1 1,5-21-23-16,2-9-27 0,1-17-142 16,0-4-144-16</inkml:trace>
  <inkml:trace contextRef="#ctx0" brushRef="#br0" timeOffset="45767.93">28970 15820 472 0,'-6'0'257'0,"-5"1"-18"0,-1 0-139 15,-2-1-6 1,0 2-9-16,-2 0-9 16,2 4-24-16,0 1-8 15,3 4-22-15,3 3-6 0,0 5-6 16,3 4-6-16,1 9-4 16,2 5 5-16,2 14-3 15,2 7 3-15,6 5 22 16,3-5 5-16,5-14 15 15,-1-13 5-15,0-19-14 16,-1-9-5-16,-1-18-14 16,0-9-2-16,-2-22-6 0,-1-5-4 15,-1-8-3-15,-1 1-2 16,-3 12-1-16,-1 5 2 16,0 11-3-16,-2 7 0 15,1 10-1-15,2 4-5 16,-2 9-3-16,2 3-2 15,3 10 5-15,2 5 1 16,4 9 6-16,2 5-1 16,1 5-1-16,-2 5 1 15,4-2 0-15,-2-5 0 16,-2-12 2-16,2-8-2 0,-4-15-39 16,-7-9-27-16,1-15-114 15,-1-6-112-15</inkml:trace>
  <inkml:trace contextRef="#ctx0" brushRef="#br0" timeOffset="46264.12">29386 15795 645 0,'-2'2'300'0,"-2"2"-117"0,1 2-59 16,3 0-36-16,1 3-16 15,2 5-38-15,1 2-8 16,3 10-21-16,-1 2-2 0,3 5 2 15,1 2 4-15,1 3 12 16,1 3 8-16,2-7 18 16,-2-5 0-16,-1-16 2 15,2-7-4-15,-3-12-7 16,1-8-4-16,-1-14-5 16,0-11-9-16,-2-9-12 15,2-1 2 1,-1 5-9-16,-5 4-1 0,0 10-8 15,-1 5-10-15,-2 14-12 16,2 8-3-16,4 9 4 16,-2 6 7-16,6 9 11 15,-3 2 7-15,3 9 2 16,-1 3 1-16,-2 4-4 16,6 2 1-16,-6-13-18 15,4-5-19-15,-4-17-61 16,1-10-63-16,0-14-170 0</inkml:trace>
  <inkml:trace contextRef="#ctx0" brushRef="#br0" timeOffset="46752.02">30071 15679 613 0,'-8'7'299'0,"-11"8"-91"16,-3 2-134-16,-5 2-54 16,0 6 9-16,-1 5 12 15,1 0 3-15,3 0-5 16,2-3-5-16,10-11 1 15,4-3 5-15,7-11 1 0,4-2-1 16,7-2-8-16,4-4-3 16,10-2-2-16,3 0-2 15,7 3-8-15,3 3-6 16,1 6-8-16,5 3 0 16,-7 9 1-16,-1 3 2 0,-4 6 1 15,-10 1 2-15,-6 1-1 16,-7 2-1-16,-12-2-1 15,-6-2-4-15,-11-2 2 16,-6-5-4 0,-6-7-6-16,0-3-7 15,-2-6-28-15,1-3-10 16,7-4-31-16,3-3-11 0,12-8-28 16,5 3-23-16,10-4-59 15,5-3-44-15</inkml:trace>
  <inkml:trace contextRef="#ctx0" brushRef="#br0" timeOffset="47149.71">30422 15679 782 0,'2'7'333'0,"7"6"-159"0,7-1-109 0,10-11-18 16,8-3 9-16,0-13-7 15,3-7-5-15,-6-15-25 16,-4-3-13-16,-5 1-16 15,-10-1-12-15,-11 14-15 16,-5 3-3-16,-16 9 5 16,-4 7 4-16,-5 10 13 15,0 6 5-15,2 15 9 16,2 8 7-16,8 17 6 16,1 6 6-16,16 8 2 15,3-2-1-15,6-13-1 16,3-5-3-16,5-20-35 15,0-9-51-15</inkml:trace>
  <inkml:trace contextRef="#ctx0" brushRef="#br0" timeOffset="47715.82">29529 16486 266 0,'-4'-4'154'0,"-7"-7"5"0,3 3-38 16,4 2 0-16,1-1 11 16,2 3-4-16,1 2-4 0,0 2-15 15,0 0-2-15,0 0-11 16,0 0-12-16,2 6-27 31,7 17-12-31,16 39-13 0,-10-20-7 0,-1 12-6 16,0 4-5-16,-1 0-12 15,-7-1 3-15,4-7-6 16,-2-3-4 0,-8-12-24-16,7-6-28 0,3-13-63 15,-3-6-57-15,6-15-197 16</inkml:trace>
  <inkml:trace contextRef="#ctx0" brushRef="#br0" timeOffset="48101.32">30113 16794 605 0,'1'9'339'0,"-1"10"-44"0,1 2-129 0,6 2-80 15,1 4-8-15,10 6-20 16,-3 1-9-16,-2 0-20 15,-1-2-10-15,-2-7-11 16,-1-5-6-16,-3-13-26 16,0-3-28-16,-10-12-85 15,-1-4-81-15,-8-11-187 16</inkml:trace>
  <inkml:trace contextRef="#ctx0" brushRef="#br0" timeOffset="48340.23">30172 16290 1110 0,'-5'17'458'0,"-2"11"-258"16,7-10-202-16,0-21-114 16,8-7-86-16</inkml:trace>
  <inkml:trace contextRef="#ctx0" brushRef="#br0" timeOffset="49101.77">30566 16695 315 0,'-2'-4'226'0,"-4"-6"30"0,2 0-67 0,0 0-55 15,4 8-18-15,0 5-32 16,-2 2-17-16,2 5-31 15,1-3-12-15,2 4-18 0,7 5 4 16,0 3 8-16,-5 3 7 16,7 9 17-16,-2 1 6 15,4 5 10-15,5 2 2 16,-3 0-8-16,3-3-7 0,-6-11-17 16,-6-4-9-16,-3-13-14 15,-6-9-3-15,-3-12 0 16,1-5-3-16,-5-13 1 15,7-2 2-15,1-1-2 16,3-2 3-16,7 1 5 16,5 1-1-16,6 5 2 15,-2-1-6-15,1 10-2 16,-1 5 1-16,-3 4-4 16,2 10 3-16,-2 4-2 15,0 8 0-15,-1 13 0 16,0-1 2-16,3 11 3 15,-2 0-4-15,-3 0 2 16,0 3 0-16,-1-3-1 16,0-4-3-16,-3-8-29 0,-2-3-31 15,-8-14-74-15,-1-6-83 16</inkml:trace>
  <inkml:trace contextRef="#ctx0" brushRef="#br0" timeOffset="49638.32">31132 16851 977 0,'-2'5'371'0,"-7"3"-280"0,4-5-51 15,12-9-20-15,1-4-5 16,13-6 8-16,2-7-2 15,-1-7 8-15,-3-3 7 16,-4-6-5 0,-6 2-4-16,-4 0-15 0,-3 3-8 15,-5 6-2-15,-2 6 2 16,-2 12-1 0,-3 1 3-16,0 9-1 0,-1 0-2 15,7 10-1-15,-2 4 0 16,5 9-2-16,2 5 1 15,4 5 1-15,4 3-2 16,7 5 0-16,2 5 3 0,5-5 0 16,1-1 3-16,3-13-4 15,-2-9 0-15,-2-16-12 16,-1-8-19-16,-5-20-65 16,-6-13-72-16,1-14-247 15</inkml:trace>
  <inkml:trace contextRef="#ctx0" brushRef="#br0" timeOffset="50397.32">31828 16499 517 0,'0'-1'280'0,"1"1"-64"16,-1 1-58-16,0-2-70 15,0 0-14-15,-1 0-24 16,0 0-14-16,0 0-13 15,0 0-10-15,0 0-2 16,-2-4 10-16,-5 3 8 16,-5-7 6-16,-30-10 1 0,26 19-7 15,2 2-7-15,1 6-6 16,-1-2-3-16,3 6-3 16,-2 3-4-16,-3-1 3 0,8 7-5 15,-6 4 0-15,5 4-3 16,3 5 0-1,3 3 1-15,5-3-2 0,2-1 1 16,2-1 0-16,4-7-1 16,4-2 1-1,6-10 1-15,-1-3 1 0,2-10 1 16,-2-7-2-16,3-9 0 16,2-6-1-16,0-13 0 15,1-5 0-15,0-6-1 16,-1-4-1-16,2 3-3 15,-1 2 4-15,-3 11-7 16,-2 6 0-16,-6 17-6 16,3 11-1-16,-7 13 4 0,1 10 4 15,0 14 5-15,-3 6 1 16,0 13 2-16,5 0 1 16,0-3 3-16,2-5-3 15,3-17-1-15,-5-12-6 16,1-27-39-16,3-14-34 15,1-29-220-15</inkml:trace>
  <inkml:trace contextRef="#ctx0" brushRef="#br0" timeOffset="51275.68">32193 16425 562 0,'1'3'278'0,"3"5"-101"15,0 1-32-15,0-3-67 0,-2 2-21 16,-1-3-33-16,1 0-11 16,0 0-11-16,0 0 2 15,1 1 5-15,1 4 5 0,4 2 18 16,1 4 2-16,2 13 10 16,0 2-4-16,-1 6-10 15,1 3-2-15,-3-11-14 16,-1-3 1-16,-3-8-6 15,-2-9-1-15,-2-5 0 16,0-5 2-16,-5-16 1 16,-3-9 0-16,1-7-1 15,-2-7-3-15,6-1-5 16,5 6 1-16,5 0-1 16,9 9-2-16,8 3-15 15,2 6-13-15,12 7-38 16,-1 2-32-16,2 5-133 15,4 0-109-15</inkml:trace>
  <inkml:trace contextRef="#ctx0" brushRef="#br0" timeOffset="63071.39">32609 15100 663 0,'-1'-1'223'0,"-6"0"-212"16,3-4-11-16,-1 4 7 15,2 1 12-15,3-2 13 16,0 1 4-16,0 1 5 16,0 0 1-16,0 0 6 15,0 0 6-15,0 0-2 16,5 18-4-16,14 56-12 0,-6-21-2 16,10 17 4-16,6 5 3 15,7 15 10-15,2 13 0 16,6 4-14-16,0-3-5 15,0-21-17-15,-6-21-9 0,-8-28-24 16,-10-10-27 0,-10-16-107-16,-3-3-121 0</inkml:trace>
  <inkml:trace contextRef="#ctx0" brushRef="#br0" timeOffset="63817.11">33221 16510 716 0,'0'-1'277'0,"0"-1"-146"0,0-3-129 16,-1-3 0-16,0-4 16 16,0-1 2-16,-1-2-2 15,0 1-5-15,0 3-9 16,-1 1 1-16,-2 1 9 15,-1 2 6-15,0 2 11 16,0-1 6-16,-2 2-2 16,-2 1 1-16,-2 1-12 15,-2 0-7-15,0 3-8 16,1 0-7-16,3 0-2 16,4 3 1-16,-2-4-1 15,1 0 1-15,-1-1 0 16,-2-4 2-16,6 2 9 15,-1 1 3-15,2-2 5 16,2 3 1-16,3 0 0 16,-2 0 3-16,0 1 3 15,0 0-1-15,9 0-10 16,14 0-4-16,31 2-9 0,-28 1 2 16,-3 1-3-16,-5 1 1 15,-6 4-2-15,-4 1 3 16,-8 3-2-16,-3 1 1 0,-11 2 1 15,-6-2-4 1,-10-2-7-16,-4-1-26 0,1-7-169 16,4-5-200-16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937" units="cm"/>
          <inkml:channel name="Y" type="integer" max="1740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2632" units="1/cm"/>
          <inkml:channelProperty channel="Y" name="resolution" value="1000.1149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9-14T07:50:32.4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10337 15991 63 0,'-3'0'42'16,"0"1"-1"-16,-2-1-24 15,1 4-6-15,2 1-4 16,1-5 3-16,0 0 11 15,-1 0 2-15,1 0 9 0,0 0 6 16,0 0 18-16,0-1 8 16,-10-10 4-16,-28-36-6 15,30 24-23-15,1 0-11 16,1 2-15-16,-1 1-3 16,4 5-4-1,-3 1-1-15,2 3 0 0,1 3 1 16,-2-1 11-16,0 4 8 15,2 1 15-15,-2-6 6 16,3 6 4-16,-4-7 5 0,4-1 4 16,0 9 3-1,-1-3-2-15,0-1-8 0,2 5-13 16,-3-6-8-16,0 0-9 16,2 1-3-16,-3-2-8 15,-1-4 0-15,5-3-6 16,-8-3 2-16,2-5-5 15,4 1-1-15,-6-7 2 16,3-3-3-16,-5-5 5 16,2-1 2-16,5 5-3 15,-5-4 1-15,9-7-1 16,0-5-3-16,-1-10 4 16,4-1-1-16,0-1 0 0,1 3 4 15,2 7 7 1,7 2 1-16,-5-7 4 0,11-3 1 15,-2-17-9-15,-6-4-1 16,2 2 0 0,-10 0-7-16,6-2 5 15,-5-11-2-15,0-13 0 0,-2-2 2 16,-1 0-5-16,3 8 3 16,1 2-6-16,0-3-1 15,-2 8 3-15,-2 7-3 16,2 8 0-16,3 4 4 0,0-3-6 15,3 2 2-15,-2-1 2 16,1 7-3-16,-3 3 2 16,4 3-1-16,-1 9 1 15,0 5-1-15,1 12 2 16,-3 3-1-16,-2 14-1 16,2 7 0-16,-3 9 1 15,1 8 0-15,-1 7 3 16,0 2-4-16,0-1 1 15,-1-2 2-15,0-5 2 16,-1-2 0-16,0-3 6 16,-1 1 1-16,-1-3-4 0,1 0 5 15,-1 0-8 1,1-1 0-16,0 2 3 0,0 0-1 16,0 0 2-16,0 0-1 15,0 0-3-15,1 0-2 16,0 3 0-16,0 0-3 15,0-3 4-15,0 0-1 16,0 0-2-16,4-1 2 0,5-4-2 16,0 0-1-16,28-24 2 15,-24 27 0-15,6 2-2 16,3 5 0-16,4 2 0 16,1 1-1-1,2 1 1-15,1 0 1 0,-2 0 0 16,-3-3 0-16,-4-4 0 15,-6-2 0-15,-3-2-2 16,-4-3 1-16,-4 2 0 16,-1-2-2-16,1 1 4 15,-4 1 0-15,1 1-2 16,-1 2 2-16,0 0 1 16,0 0-3-16,0 0 4 15,0 0-1-15,5 10-4 16,20 27 2-16,-22-30-1 15,1-2 0-15,-1-3 0 0,1-1 0 16,-3-2 1-16,-1 0-1 16,-1 0 5-16,-1 0 2 15,0-12 4-15,-6-31-1 16,6 31 0-16,2-2-4 16,2 7-3-16,1 1-1 0,2 4 1 15,1 0-2 1,0 1 1-16,0 2-1 0,-1 1 2 15,2 1-2 1,-2 0 2-16,-1-1-2 16,-3 0 0-16,2 3-1 0,-3-4 1 15,0 0 1-15,0 0 1 16,0 0 4-16,0 0-2 16,2 15 3-16,7 34-4 15,-6-20-1-15,4 5 1 16,-2 2-2-16,2 4-2 15,-3 2 0-15,-2 7 0 16,-1-1 0-16,-2 9 3 16,-1-1-2-16,-4-4 0 0,1 3 0 15,3-8 0-15,-2-2 1 16,4-1 1-16,0-1-1 16,-1-6 3-16,1 7-2 15,0 3-2-15,0 3 2 16,1 6-4-16,1-1 2 15,1-6 2-15,0-5 0 16,-1-9-1 0,0-4 1-16,-3-8-4 0,-3-3-2 15,1 1 3-15,-2-8-2 16,0 6 1-16,2 0 1 0,1-1 0 16,1 10 3-16,1-2-1 15,2 0 1-15,1 2 0 16,0-6-2-16,0 3-1 15,0-2-1-15,0 0 1 16,0 1-3-16,-3-4 2 16,0-3 2-16,-3-2-1 15,1-1 0-15,0 3 1 16,0 0-2-16,0 3 1 16,1 1 0-16,2 4 2 15,2 1 0-15,-1 10-1 16,0 0-1-16,-2 8-2 0,-1 4 2 15,-2 1 1 1,-3-3 0-16,1-4 2 0,-2-4-3 16,1-7 0-16,1-1 0 15,2-3 0-15,0 0 0 16,2 5 0-16,-2 4 0 16,1 0-2-16,2 7 0 15,0-7 2-15,-1 0-2 16,2 1 3-16,-1-8 2 0,1 3-3 15,0-7 0-15,-2-4-2 16,0-2 2-16,-1-3 0 16,2 0 1-16,0-3 3 15,0 0-2-15,2 3-2 16,-2-3-1-16,2 2-2 16,2 2 2-16,-1 1 4 15,1 1 0-15,0 3-1 16,-1 1-2-16,-2-1-2 15,0 1-1-15,-1-3 3 16,-1 3 1-16,-5-2-1 16,0-3 0-16,-1 1 2 15,0-2-2-15,-2 4 0 16,6 3 0-16,2 0-4 16,1 2 4-16,9 1 3 0,-1 2 0 15,2-1 1-15,-2 1-2 16,-1-4-4-16,-2-2 1 15,-1 0 0-15,-1-2-3 16,-4-3 3-16,-1 1 0 16,-5-4 0-16,3 2 1 15,0 2 3-15,-1-3 1 0,2 0-1 16,-4 1 5-16,3-4 1 16,1 4-6-16,3-3 7 15,0 0-7-15,0-5-1 16,1-1 1-16,-1-5-5 15,0-1 5-15,0-1-5 16,0 1 4-16,0-2-1 16,0 0-2-16,-1 0-61 15,0 0-92-15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937" units="cm"/>
          <inkml:channel name="Y" type="integer" max="1740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2632" units="1/cm"/>
          <inkml:channelProperty channel="Y" name="resolution" value="1000.1149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9-14T07:55:43.79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9859 13024 48 0,'0'4'41'0,"1"6"10"0,2 4 0 16,-1 3-10-16,2 1-3 16,-2-4-3-16,0-2 2 15,0-1 7-15,-1-6 4 16,-1-4 13-16,0 1 4 15,0 2-4-15,4-1-3 16,-4-3-13-16,0 0-2 0,0 0-5 16,16 3-1-16,44 37-6 15,-25-21-6 1,-1-7-13-16,9 9-4 0,-10-5-7 16,2-4 1-16,-2-3-1 15,-13-9 0-15,2 1 1 16,-5-2 0-16,-6-1 1 15,1 3 0-15,-5-3-3 16,3 3 1-16,2 2 1 16,5 0 0-16,7 7 9 15,2 0 2-15,9 1 2 16,7-1 1-16,-2-3-3 16,0-5-5-16,-5-7 4 0,-4-3 4 15,-5-7 6-15,-1 0 6 16,-6-1 1-1,-1 2-3-15,1 4-1 0,0 2-4 16,3 6 1-16,2 2 0 16,4 3-5-16,1 1-1 0,10 3-5 15,1-4-1-15,9 0-1 16,-6-3 2 0,-8-5 3-16,-3-6 4 15,-15-3 7-15,5 1-3 0,-2 2 1 16,-5 1-4-16,5 5-11 15,-3 5-1-15,4 3-4 16,3 9 1-16,5 5 0 16,1 5 1-16,0 4-1 15,2 1-2-15,-1-1 1 16,0-4-3-16,4-6 5 16,-2-6 9-16,-7-8 10 15,1-3 7-15,-9-4 1 16,3 0-6-16,5-2-5 15,3-1-5-15,4-2-5 16,-1-1-3-16,3-4-1 16,3-4-5-16,6-3 0 0,9 4 0 15,2-7-2 1,1 2 3-16,-1 0-3 0,-6-4 0 16,-1 13 2-1,0 2-3-15,0 8 3 0,4-2 1 16,11 6 0-16,3 0 2 15,-3 4-3-15,-3 2 0 16,-13 7 2-16,-5-4 1 16,-4 2 3-16,0 2 0 0,0 0 1 15,0-1-3-15,10 6 1 16,2-3-1-16,1 2-1 16,-8-1 0-16,-6-2 0 15,-3 0 0-15,-4-2 1 16,3-1 1-16,-4 3-1 15,-1-1-3-15,1-3 0 16,0 2 1-16,3-4 0 16,2-1 2-16,3-2-3 15,1-2 2-15,2-3 0 16,-3-4 1-16,-1 1 0 16,-3-3-3-16,-5 1 1 15,2 0 0-15,-3-1-2 16,3 1 2-16,3 0 1 15,2 1 2-15,4 2 2 0,7 1-1 16,10 1 0-16,-3-2-3 16,-2 0 5-16,-4 0-3 15,-12-4 6-15,3-3-2 16,-4-2 1-16,-4-3 3 16,2 0-8-16,0-1 3 0,4 6-8 15,0 1 3-15,4 2-4 16,10 5 0-16,-1 5 1 15,-2 3-3-15,-2 4 4 16,-8 0-1-16,-4-5-2 16,2 5 2-16,-3 0-3 15,-2-2-2-15,0 2 3 16,3-4-2-16,6 0 2 16,4 4 1-16,5 0 0 15,0-1 2-15,-3 2 0 16,0-1 1-16,-2 2 3 15,-3 2-3-15,-2-4 3 16,1 0-4-16,1-4-2 16,3 0 1-16,1-1-2 15,-3-2 2-15,-8 1-1 0,3-1-1 16,-6 1 2-16,2-1 2 16,-3 1 5-16,-3-1 2 15,-1-4-2-15,-5-1-3 16,3-2-5-1,-1 0-1-15,0 1 2 0,2 2 0 0,1 1 0 16,4 2 1-16,2 3-1 16,5 0-2-1,2-1 5-15,-3 1 1 0,1-3 2 16,-4-1 1 0,-4 1-2-16,0-1-2 0,-2-1-1 15,-1 1-1-15,-2-3 0 16,2 1 2-16,0 1-1 15,3 1 2-15,8 4 4 16,3 0-3-16,7 2 3 16,0 0 0-16,-2 0-5 15,1-2 1-15,-3-1-3 16,-2-2 0-16,-4-4 0 16,-2-5-1-16,-4-3 2 15,0-4-2-15,1 1 2 0,0 4 1 16,0 0 1-16,2 1 0 15,-1 3-2-15,-4-1-4 16,-6 1 0 0,-3 3-2-16,-5 1 2 0,2 0 0 15,-8 0-1-15,1 0 1 16,-9-2 0-16,-4-1-1 16,3 3-13-16,-2-1-18 15,4 1-70-15,-1 0-41 0,0-1-108 16,0-1-174-16</inkml:trace>
  <inkml:trace contextRef="#ctx0" brushRef="#br0" timeOffset="5727.29">7110 10458 109 0,'1'1'74'0,"-3"0"9"15,1 0 3-15,1 1-6 16,-1-2-5-16,0 0-17 16,1 0-12-16,0 0-22 15,0 0-8-15,0 0-14 16,0 0 0-16,-1 0-2 16,-1 0 0-16,1 0 3 15,0 0-1-15,1 0 0 16,0 0 0-16,0 0 12 15,0-1 7-15,0 0 12 16,7-5 8-16,8-1-3 0,28-29-3 16,-26 29-8-16,0 2-5 15,0 5-3-15,1-4-2 0,0 4-3 16,-4 1-2-16,-1-1 1 16,1 4-3-16,-1-4 1 15,2 0 3-15,0 0 2 16,-1 0 4-16,1 2 8 15,-2 2 2-15,0 2-1 16,2-3-4 0,-2 3-7-16,-1-2-3 0,1 1-6 15,0 1-1 1,1-3-3-16,1-1-2 0,-1 1 0 16,-1 0-1-16,5 0-1 15,2 1 0-15,2 2-1 16,-1-2 0-16,-7 3 1 15,-2-1 0-15,0 3 0 16,4-1 0-16,-2 0 3 16,-4-2 2-16,1 0 7 15,-7-2 1-15,2-2 2 16,7 1-1-16,-2 0-6 0,2-1-1 16,2 0-6-16,-5 1-2 15,-1 0 0-15,2-1 0 16,2 0 0-16,1-2 1 15,2 0 3-15,0 0-2 16,0-4 0-16,2-1-2 16,-1 1 0-16,4 2 0 0,1-1 0 15,4 2 1 1,6-1 3-16,1 0 0 0,5-4-1 16,-1-1-3-16,-2-1 0 15,1-2 0-15,-6 5 0 16,-2 0 0-16,0 4 1 15,-2 0-1-15,3 2 2 16,-2 1 4-16,6 1-1 16,1 1 3-16,6 3-3 15,11-2-1-15,1 1-2 16,2 0-3-16,0 0 1 16,-6 0 2-16,-6 2-2 15,2-2 0-15,-8 0 0 0,1 0-2 16,-2 0 3-16,-2-3-1 15,0-3 0-15,1-1 2 16,-2-2-2-16,4 1 1 16,-8-2 0-16,0 0-1 15,0 0 0-15,-3-3 0 16,7-1 3 0,2 0 0-16,-1-6 2 0,1 0-2 15,1-1-2-15,2-4 2 16,4 4-3-16,3 0-1 15,7 3 1-15,-1 2 0 0,-5 1 4 16,-2 2 2-16,-4 5 7 16,2 1-1-16,4 7 6 15,-2 0-1-15,8 3-1 16,2-1 0-16,0-4-11 16,4 0 3-16,-7 1-8 15,-5-1-2-15,-8-1 3 16,-6 2 0-16,-9 2 0 15,-2 1 0-15,-1 10 2 16,0 1-2-16,-1 7 8 16,2-1-1-16,-1 1-4 15,0 1 1-15,-3-10-5 0,-4-3 2 16,-6-7-1 0,-2-6 1-16,-3-2 1 15,1-3-1-15,-1-2-22 16,-1-5-40-16,2-1-229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72367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30491737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8FA0BE78-136C-4EB0-82F8-6F89320A54EA}" type="datetimeFigureOut">
              <a:rPr lang="en-US"/>
              <a:t>9/14/2026</a:t>
            </a:fld>
            <a:endParaRPr/>
          </a:p>
        </p:txBody>
      </p:sp>
      <p:sp>
        <p:nvSpPr>
          <p:cNvPr id="1686487674" name="Slide Image Placeholder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287756586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80491112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14388210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7615A648-1CE8-47C1-8D94-DC119F73BBF3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384527B-780D-FBD0-37D3-F44CB21E4C2C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0697398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927197447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/>
          </a:p>
        </p:txBody>
      </p:sp>
      <p:sp>
        <p:nvSpPr>
          <p:cNvPr id="210926672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73392FD-379A-43EF-B521-645325000CC0}" type="datetime1">
              <a:rPr lang="en-GB"/>
              <a:t>14/09/2026</a:t>
            </a:fld>
            <a:endParaRPr/>
          </a:p>
        </p:txBody>
      </p:sp>
      <p:sp>
        <p:nvSpPr>
          <p:cNvPr id="119043884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31600556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233982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47785082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31975086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B8183B9-126C-4932-94BE-502505D2BD01}" type="datetime1">
              <a:rPr lang="en-GB"/>
              <a:t>14/09/2026</a:t>
            </a:fld>
            <a:endParaRPr/>
          </a:p>
        </p:txBody>
      </p:sp>
      <p:sp>
        <p:nvSpPr>
          <p:cNvPr id="112587373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187929122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Co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529559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0088080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61C97FE-D1A0-4415-8424-9D0DD0C9B6F2}" type="datetime1">
              <a:rPr lang="en-GB"/>
              <a:t>14/09/2026</a:t>
            </a:fld>
            <a:endParaRPr/>
          </a:p>
        </p:txBody>
      </p:sp>
      <p:sp>
        <p:nvSpPr>
          <p:cNvPr id="118219538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120574252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  <p:sp>
        <p:nvSpPr>
          <p:cNvPr id="877231443" name="Text Placeholder 7"/>
          <p:cNvSpPr>
            <a:spLocks noGrp="1"/>
          </p:cNvSpPr>
          <p:nvPr>
            <p:ph type="body" sz="quarter" idx="13"/>
          </p:nvPr>
        </p:nvSpPr>
        <p:spPr bwMode="auto">
          <a:xfrm>
            <a:off x="838200" y="1836739"/>
            <a:ext cx="10515600" cy="4373562"/>
          </a:xfrm>
        </p:spPr>
        <p:txBody>
          <a:bodyPr/>
          <a:lstStyle>
            <a:lvl1pPr marL="0" indent="0">
              <a:buNone/>
              <a:defRPr>
                <a:latin typeface="Consola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Side-by-side co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272066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04761992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36E4093-7D3B-46F0-B134-FA1D41D0750C}" type="datetime1">
              <a:rPr lang="en-GB"/>
              <a:t>14/09/2026</a:t>
            </a:fld>
            <a:endParaRPr/>
          </a:p>
        </p:txBody>
      </p:sp>
      <p:sp>
        <p:nvSpPr>
          <p:cNvPr id="87949126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31410026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  <p:sp>
        <p:nvSpPr>
          <p:cNvPr id="603657387" name="Text Placeholder 7"/>
          <p:cNvSpPr>
            <a:spLocks noGrp="1"/>
          </p:cNvSpPr>
          <p:nvPr>
            <p:ph type="body" sz="quarter" idx="13"/>
          </p:nvPr>
        </p:nvSpPr>
        <p:spPr bwMode="auto">
          <a:xfrm>
            <a:off x="838200" y="1801690"/>
            <a:ext cx="5181601" cy="4414472"/>
          </a:xfrm>
        </p:spPr>
        <p:txBody>
          <a:bodyPr/>
          <a:lstStyle>
            <a:lvl1pPr marL="0" indent="0">
              <a:buNone/>
              <a:defRPr>
                <a:latin typeface="Consola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43127892" name="Text Placeholder 7"/>
          <p:cNvSpPr>
            <a:spLocks noGrp="1"/>
          </p:cNvSpPr>
          <p:nvPr>
            <p:ph type="body" sz="quarter" idx="14"/>
          </p:nvPr>
        </p:nvSpPr>
        <p:spPr bwMode="auto">
          <a:xfrm>
            <a:off x="6172201" y="1801690"/>
            <a:ext cx="5181601" cy="4414472"/>
          </a:xfrm>
        </p:spPr>
        <p:txBody>
          <a:bodyPr/>
          <a:lstStyle>
            <a:lvl1pPr marL="0" indent="0">
              <a:buNone/>
              <a:defRPr>
                <a:latin typeface="Consola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Code explana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272066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04761992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36E4093-7D3B-46F0-B134-FA1D41D0750C}" type="datetime1">
              <a:rPr lang="en-GB"/>
              <a:t>14/09/2026</a:t>
            </a:fld>
            <a:endParaRPr/>
          </a:p>
        </p:txBody>
      </p:sp>
      <p:sp>
        <p:nvSpPr>
          <p:cNvPr id="87949126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31410026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  <p:sp>
        <p:nvSpPr>
          <p:cNvPr id="643127892" name="Text Placeholder 7"/>
          <p:cNvSpPr>
            <a:spLocks noGrp="1"/>
          </p:cNvSpPr>
          <p:nvPr>
            <p:ph type="body" sz="quarter" idx="14"/>
          </p:nvPr>
        </p:nvSpPr>
        <p:spPr bwMode="auto">
          <a:xfrm>
            <a:off x="6172201" y="1801690"/>
            <a:ext cx="5181601" cy="4414472"/>
          </a:xfrm>
        </p:spPr>
        <p:txBody>
          <a:bodyPr/>
          <a:lstStyle>
            <a:lvl1pPr marL="0" indent="0">
              <a:buNone/>
              <a:defRPr>
                <a:latin typeface="Consola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B4443D8-DF7D-DB0C-08BF-EB5FF74238E0}"/>
              </a:ext>
            </a:extLst>
          </p:cNvPr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2614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Code 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958788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4391762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48317215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9508994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1935D3F-7175-495B-9EBA-23EFABDFFDE4}" type="datetime1">
              <a:rPr lang="en-GB"/>
              <a:t>14/09/2026</a:t>
            </a:fld>
            <a:endParaRPr/>
          </a:p>
        </p:txBody>
      </p:sp>
      <p:sp>
        <p:nvSpPr>
          <p:cNvPr id="1518594841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50321131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  <p:sp>
        <p:nvSpPr>
          <p:cNvPr id="777220082" name="Text Placeholder 7"/>
          <p:cNvSpPr>
            <a:spLocks noGrp="1"/>
          </p:cNvSpPr>
          <p:nvPr>
            <p:ph type="body" sz="quarter" idx="13"/>
          </p:nvPr>
        </p:nvSpPr>
        <p:spPr bwMode="auto">
          <a:xfrm>
            <a:off x="837408" y="2516066"/>
            <a:ext cx="5157788" cy="3728671"/>
          </a:xfrm>
        </p:spPr>
        <p:txBody>
          <a:bodyPr/>
          <a:lstStyle>
            <a:lvl1pPr marL="0" indent="0">
              <a:buNone/>
              <a:defRPr>
                <a:latin typeface="Consola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797850858" name="Text Placeholder 7"/>
          <p:cNvSpPr>
            <a:spLocks noGrp="1"/>
          </p:cNvSpPr>
          <p:nvPr>
            <p:ph type="body" sz="quarter" idx="14"/>
          </p:nvPr>
        </p:nvSpPr>
        <p:spPr bwMode="auto">
          <a:xfrm>
            <a:off x="6172993" y="2516066"/>
            <a:ext cx="5181601" cy="3728671"/>
          </a:xfrm>
        </p:spPr>
        <p:txBody>
          <a:bodyPr/>
          <a:lstStyle>
            <a:lvl1pPr marL="0" indent="0">
              <a:buNone/>
              <a:defRPr>
                <a:latin typeface="Consola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4394272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08491258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173865329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C1640DE-560F-49EC-947F-96B0BAAE894C}" type="datetime1">
              <a:rPr lang="en-GB"/>
              <a:t>14/09/2026</a:t>
            </a:fld>
            <a:endParaRPr/>
          </a:p>
        </p:txBody>
      </p:sp>
      <p:sp>
        <p:nvSpPr>
          <p:cNvPr id="5308244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95596674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638667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650695850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37937217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9959715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B7FFBE2-17ED-4487-A6AD-53E5CC708D51}" type="datetime1">
              <a:rPr lang="en-GB"/>
              <a:t>14/09/2026</a:t>
            </a:fld>
            <a:endParaRPr/>
          </a:p>
        </p:txBody>
      </p:sp>
      <p:sp>
        <p:nvSpPr>
          <p:cNvPr id="4734791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190880977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1737506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95513803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30045767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51041337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191530709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85441696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8F46DC4-28AD-4138-B93F-56B62008EDF1}" type="datetime1">
              <a:rPr lang="en-GB"/>
              <a:t>14/09/2026</a:t>
            </a:fld>
            <a:endParaRPr/>
          </a:p>
        </p:txBody>
      </p:sp>
      <p:sp>
        <p:nvSpPr>
          <p:cNvPr id="1203786951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547694008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455722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824200040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2637B48-7300-4AA3-A318-3DF410CB4F23}" type="datetime1">
              <a:rPr lang="en-GB"/>
              <a:t>14/09/2026</a:t>
            </a:fld>
            <a:endParaRPr/>
          </a:p>
        </p:txBody>
      </p:sp>
      <p:sp>
        <p:nvSpPr>
          <p:cNvPr id="128963932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1476654514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1121719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8DB52B6-2546-43FF-B3EF-41EE09B1A28D}" type="datetime1">
              <a:rPr lang="en-GB"/>
              <a:t>14/09/2026</a:t>
            </a:fld>
            <a:endParaRPr/>
          </a:p>
        </p:txBody>
      </p:sp>
      <p:sp>
        <p:nvSpPr>
          <p:cNvPr id="1890658179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85665317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3761264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728857015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49969068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27035799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D8BA3DE-D664-485B-A670-4F9846D9F00F}" type="datetime1">
              <a:rPr lang="en-GB"/>
              <a:t>14/09/2026</a:t>
            </a:fld>
            <a:endParaRPr/>
          </a:p>
        </p:txBody>
      </p:sp>
      <p:sp>
        <p:nvSpPr>
          <p:cNvPr id="171869080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44014203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409299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803363885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/>
          </a:p>
        </p:txBody>
      </p:sp>
      <p:sp>
        <p:nvSpPr>
          <p:cNvPr id="113294180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40699214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C998E3B-E64A-4693-A308-7951ECA79B15}" type="datetime1">
              <a:rPr lang="en-GB"/>
              <a:t>14/09/2026</a:t>
            </a:fld>
            <a:endParaRPr/>
          </a:p>
        </p:txBody>
      </p:sp>
      <p:sp>
        <p:nvSpPr>
          <p:cNvPr id="70506847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194902852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396049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602233911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198334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836B53B-F8BB-43CD-B391-40C014116A36}" type="datetime1">
              <a:rPr lang="en-GB"/>
              <a:t>14/09/2026</a:t>
            </a:fld>
            <a:endParaRPr/>
          </a:p>
        </p:txBody>
      </p:sp>
      <p:sp>
        <p:nvSpPr>
          <p:cNvPr id="208553416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16535289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5847585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831198049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638147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1118B8D-3A7E-4793-8999-657BC3EF6574}" type="datetime1">
              <a:rPr lang="en-GB"/>
              <a:t>14/09/2026</a:t>
            </a:fld>
            <a:endParaRPr/>
          </a:p>
        </p:txBody>
      </p:sp>
      <p:sp>
        <p:nvSpPr>
          <p:cNvPr id="77891508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170561030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4518474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72397247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242150781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DA4C8AB-6B00-48F2-89BC-5CCAE9514F64}" type="datetime1">
              <a:rPr lang="en-GB"/>
              <a:t>14/09/2026</a:t>
            </a:fld>
            <a:endParaRPr/>
          </a:p>
        </p:txBody>
      </p:sp>
      <p:sp>
        <p:nvSpPr>
          <p:cNvPr id="1353248652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1147976381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3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hdr="0"/>
  <p:txStyles>
    <p:titleStyle>
      <a:lvl1pPr algn="l" defTabSz="914400" rtl="0" eaLnBrk="1" hangingPunct="1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hangingPunct="1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hangingPunct="1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hangingPunct="1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hangingPunct="1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hangingPunct="1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hangingPunct="1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hangingPunct="1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hangingPunct="1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hangingPunct="1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hyperlink" Target="https://d3js.org/d3-array/summarize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1173341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 dirty="0"/>
              <a:t>VIZ1, Session 3</a:t>
            </a:r>
            <a:endParaRPr dirty="0"/>
          </a:p>
        </p:txBody>
      </p:sp>
      <p:sp>
        <p:nvSpPr>
          <p:cNvPr id="456099254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GB" dirty="0"/>
              <a:t>Manipulating data</a:t>
            </a:r>
            <a:endParaRPr dirty="0"/>
          </a:p>
        </p:txBody>
      </p:sp>
      <p:sp>
        <p:nvSpPr>
          <p:cNvPr id="26026019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4A1FCB8-642A-4A5E-B6E8-4571E484A705}" type="datetime1">
              <a:rPr lang="en-GB"/>
              <a:t>14/09/2026</a:t>
            </a:fld>
            <a:endParaRPr/>
          </a:p>
        </p:txBody>
      </p:sp>
      <p:sp>
        <p:nvSpPr>
          <p:cNvPr id="730514835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442357318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1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F6962-3A62-6CA4-0DC8-E7660C01F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Grouping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9EA3D-0602-1713-35F5-B2D3328778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Like SQL grouping</a:t>
            </a:r>
          </a:p>
          <a:p>
            <a:pPr lvl="1"/>
            <a:r>
              <a:rPr lang="en-GB" dirty="0"/>
              <a:t>A group is a subset of data with the same value</a:t>
            </a:r>
          </a:p>
          <a:p>
            <a:pPr lvl="1"/>
            <a:r>
              <a:rPr lang="en-GB" dirty="0"/>
              <a:t>The value is defined by a function</a:t>
            </a:r>
          </a:p>
          <a:p>
            <a:pPr lvl="1"/>
            <a:r>
              <a:rPr lang="en-GB" dirty="0"/>
              <a:t>Usually, we apply some sort of </a:t>
            </a:r>
            <a:r>
              <a:rPr lang="en-GB" i="1" dirty="0"/>
              <a:t>aggregate function</a:t>
            </a:r>
            <a:r>
              <a:rPr lang="en-GB" dirty="0"/>
              <a:t> to the group</a:t>
            </a:r>
          </a:p>
          <a:p>
            <a:pPr lvl="1"/>
            <a:r>
              <a:rPr lang="en-GB" dirty="0"/>
              <a:t>Aggregate functions in d3.js: </a:t>
            </a:r>
            <a:r>
              <a:rPr lang="en-GB" dirty="0">
                <a:hlinkClick r:id="rId2"/>
              </a:rPr>
              <a:t>https://d3js.org/d3-array/summarize</a:t>
            </a:r>
            <a:endParaRPr lang="en-GB" dirty="0"/>
          </a:p>
          <a:p>
            <a:r>
              <a:rPr lang="en-GB" dirty="0"/>
              <a:t>Visualizing groups</a:t>
            </a:r>
          </a:p>
          <a:p>
            <a:pPr lvl="1"/>
            <a:r>
              <a:rPr lang="en-GB" dirty="0"/>
              <a:t>Groups are often visualized by their sizes</a:t>
            </a:r>
          </a:p>
          <a:p>
            <a:pPr lvl="1"/>
            <a:r>
              <a:rPr lang="en-GB" dirty="0"/>
              <a:t>Kinds of charts:</a:t>
            </a:r>
          </a:p>
          <a:p>
            <a:pPr lvl="2"/>
            <a:r>
              <a:rPr lang="en-GB" dirty="0"/>
              <a:t>Bar chart</a:t>
            </a:r>
          </a:p>
          <a:p>
            <a:pPr lvl="2"/>
            <a:r>
              <a:rPr lang="en-GB" dirty="0"/>
              <a:t>Stacked bar chart</a:t>
            </a:r>
          </a:p>
          <a:p>
            <a:pPr lvl="2"/>
            <a:r>
              <a:rPr lang="en-GB" dirty="0"/>
              <a:t>Streamgraph</a:t>
            </a:r>
          </a:p>
          <a:p>
            <a:pPr lvl="2"/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CAA9DD-2EB4-2FE1-B12C-BA2B0ECBA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8183B9-126C-4932-94BE-502505D2BD01}" type="datetime1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70A000-4232-D28F-C3BD-D222A5D05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AC2A0-9E76-EA14-E23F-657C62D43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DK" smtClean="0"/>
              <a:t>2</a:t>
            </a:fld>
            <a:endParaRPr lang="en-DK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F880D32-5889-F842-5570-931749747922}"/>
                  </a:ext>
                </a:extLst>
              </p14:cNvPr>
              <p14:cNvContentPartPr/>
              <p14:nvPr/>
            </p14:nvContentPartPr>
            <p14:xfrm>
              <a:off x="6697800" y="4147920"/>
              <a:ext cx="2195280" cy="6048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F880D32-5889-F842-5570-93174974792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88440" y="4138560"/>
                <a:ext cx="2214000" cy="623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39816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413E3-9331-34DC-BE4F-27C844521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Grouping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D5652-46DE-DFC9-1CC0-0BFE597C807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Grouping creates a JavaScript Map</a:t>
            </a:r>
          </a:p>
          <a:p>
            <a:r>
              <a:rPr lang="en-GB" dirty="0"/>
              <a:t>One entry per unique value</a:t>
            </a:r>
          </a:p>
          <a:p>
            <a:r>
              <a:rPr lang="en-GB" dirty="0"/>
              <a:t>d3.group(data, d =&gt; d.name) will have keys A, B, and C</a:t>
            </a:r>
          </a:p>
          <a:p>
            <a:r>
              <a:rPr lang="en-GB" dirty="0"/>
              <a:t>d3.group(data, d =&gt; </a:t>
            </a:r>
            <a:r>
              <a:rPr lang="en-GB" dirty="0" err="1"/>
              <a:t>d.category</a:t>
            </a:r>
            <a:r>
              <a:rPr lang="en-GB" dirty="0"/>
              <a:t>) will have keys 1 and 2</a:t>
            </a:r>
            <a:endParaRPr lang="LID4096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D73A3F67-6E77-53FF-30FD-270B8775D22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086401320"/>
              </p:ext>
            </p:extLst>
          </p:nvPr>
        </p:nvGraphicFramePr>
        <p:xfrm>
          <a:off x="6172200" y="1825625"/>
          <a:ext cx="51816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7200">
                  <a:extLst>
                    <a:ext uri="{9D8B030D-6E8A-4147-A177-3AD203B41FA5}">
                      <a16:colId xmlns:a16="http://schemas.microsoft.com/office/drawing/2014/main" val="4067065865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2905326666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16166190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name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category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age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8964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12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4969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B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21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51848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C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15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5178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B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17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1068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C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22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6490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C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11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0769070"/>
                  </a:ext>
                </a:extLst>
              </a:tr>
            </a:tbl>
          </a:graphicData>
        </a:graphic>
      </p:graphicFrame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B42494-2535-E21F-A937-2922E4A96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B7FFBE2-17ED-4487-A6AD-53E5CC708D51}" type="datetime1">
              <a:rPr lang="en-GB" smtClean="0"/>
              <a:t>14/09/2026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E8356B-777D-1DAF-1926-C7D6BB4E9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7A0298-3403-36DC-DA0F-1D16B788C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DK" smtClean="0"/>
              <a:t>3</a:t>
            </a:fld>
            <a:endParaRPr lang="en-DK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596C0F8-0751-AF08-9387-1E48EF0B49FE}"/>
                  </a:ext>
                </a:extLst>
              </p14:cNvPr>
              <p14:cNvContentPartPr/>
              <p14:nvPr/>
            </p14:nvContentPartPr>
            <p14:xfrm>
              <a:off x="6055200" y="2856240"/>
              <a:ext cx="5329440" cy="18831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596C0F8-0751-AF08-9387-1E48EF0B49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45840" y="2846880"/>
                <a:ext cx="5348160" cy="1901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3695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25750-02DD-86D5-8E25-4BD3A8820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2EAF7-5AAD-7AD8-423E-A9575B5BA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d3.group(data, d =&gt; d.name)</a:t>
            </a:r>
            <a:endParaRPr lang="LID4096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2BEAA2EB-131F-F047-F966-44C592B4D046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172200" y="1825625"/>
          <a:ext cx="51816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7200">
                  <a:extLst>
                    <a:ext uri="{9D8B030D-6E8A-4147-A177-3AD203B41FA5}">
                      <a16:colId xmlns:a16="http://schemas.microsoft.com/office/drawing/2014/main" val="4067065865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2905326666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16166190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name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category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age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8964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12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4969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B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21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51848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C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15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5178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B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17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1068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C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22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6490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C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11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0769070"/>
                  </a:ext>
                </a:extLst>
              </a:tr>
            </a:tbl>
          </a:graphicData>
        </a:graphic>
      </p:graphicFrame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A28246-4E2D-ACAF-022A-C49038304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B7FFBE2-17ED-4487-A6AD-53E5CC708D51}" type="datetime1">
              <a:rPr lang="en-GB" smtClean="0"/>
              <a:t>14/09/2026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ED6983-605A-2AB8-797A-F9B0CEEF7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44DB0A-F75A-6A67-8C6B-2647FED93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DK" smtClean="0"/>
              <a:t>4</a:t>
            </a:fld>
            <a:endParaRPr lang="en-DK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B2BA54F-B907-ECB0-7D82-BA7E117EF3E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LID4096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CBC505A-CF72-A437-3EC8-05E61D83B81C}"/>
                  </a:ext>
                </a:extLst>
              </p14:cNvPr>
              <p14:cNvContentPartPr/>
              <p14:nvPr/>
            </p14:nvContentPartPr>
            <p14:xfrm>
              <a:off x="1067040" y="1271880"/>
              <a:ext cx="4467600" cy="26539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CBC505A-CF72-A437-3EC8-05E61D83B81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57680" y="1262520"/>
                <a:ext cx="4486320" cy="2672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24522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D24D8-4EF0-C1A8-8BDD-58154F9A7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Grouping and aggregation</a:t>
            </a:r>
            <a:endParaRPr lang="LID4096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9ED7E8-C7D0-B4BF-2DC9-0CAC35FAA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36E4093-7D3B-46F0-B134-FA1D41D0750C}" type="datetime1">
              <a:rPr lang="en-GB" smtClean="0"/>
              <a:t>14/09/2026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A54056-F789-4577-5B0F-4B7AB38CC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FA9941-A5BD-E743-14FF-91B6CE18E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DK" smtClean="0"/>
              <a:t>5</a:t>
            </a:fld>
            <a:endParaRPr lang="en-DK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9B9E7AC-905B-83F1-5779-244C27A6D0B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" dirty="0"/>
              <a:t>const groups = d3.group(data, d =&gt; d.Country)</a:t>
            </a:r>
          </a:p>
          <a:p>
            <a:r>
              <a:rPr lang="" dirty="0"/>
              <a:t>const bpByCountry = Array.from(groups, </a:t>
            </a:r>
          </a:p>
          <a:p>
            <a:r>
              <a:rPr lang="" dirty="0"/>
              <a:t>  ([country, values]) =&gt; {</a:t>
            </a:r>
          </a:p>
          <a:p>
            <a:r>
              <a:rPr lang="" dirty="0"/>
              <a:t>    return {</a:t>
            </a:r>
          </a:p>
          <a:p>
            <a:r>
              <a:rPr lang="" dirty="0"/>
              <a:t>      country,</a:t>
            </a:r>
          </a:p>
          <a:p>
            <a:r>
              <a:rPr lang="" dirty="0"/>
              <a:t>      WHO_Region: values[0].WHO_Region,</a:t>
            </a:r>
          </a:p>
          <a:p>
            <a:r>
              <a:rPr lang="" dirty="0"/>
              <a:t>      averageDiastolic: </a:t>
            </a:r>
          </a:p>
          <a:p>
            <a:r>
              <a:rPr lang="" dirty="0"/>
              <a:t>        d3.mean(values, </a:t>
            </a:r>
          </a:p>
          <a:p>
            <a:r>
              <a:rPr lang="" dirty="0"/>
              <a:t>             d =&gt; d.Diastolic_BP_mmHg),</a:t>
            </a:r>
          </a:p>
          <a:p>
            <a:r>
              <a:rPr lang="" dirty="0"/>
              <a:t>    sampleSize: values.length</a:t>
            </a:r>
          </a:p>
          <a:p>
            <a:r>
              <a:rPr lang="" dirty="0"/>
              <a:t>  }</a:t>
            </a:r>
          </a:p>
          <a:p>
            <a:r>
              <a:rPr lang="" dirty="0"/>
              <a:t>})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CF7F0E3-9F0E-A54A-11FD-AC18AF315D1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We’ll want compute some aggregate data to visualize</a:t>
            </a:r>
          </a:p>
          <a:p>
            <a:r>
              <a:rPr lang="en-GB" dirty="0"/>
              <a:t>We did that last week</a:t>
            </a:r>
          </a:p>
          <a:p>
            <a:r>
              <a:rPr lang="en-GB" dirty="0"/>
              <a:t>We can use this method, but sometimes there is a better way</a:t>
            </a:r>
            <a:endParaRPr lang="LID4096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B4CFC9F-0275-AB9C-2060-DFFEA3F3030B}"/>
                  </a:ext>
                </a:extLst>
              </p14:cNvPr>
              <p14:cNvContentPartPr/>
              <p14:nvPr/>
            </p14:nvContentPartPr>
            <p14:xfrm>
              <a:off x="7223400" y="4451760"/>
              <a:ext cx="906840" cy="774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B4CFC9F-0275-AB9C-2060-DFFEA3F3030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214040" y="4442400"/>
                <a:ext cx="925560" cy="96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08565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D54D9-924B-C740-469F-910F285A7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Rollup</a:t>
            </a:r>
            <a:endParaRPr lang="LID4096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6B2BA0-923B-E4E0-3111-E6A85F2A1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8183B9-126C-4932-94BE-502505D2BD01}" type="datetime1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D7AA5-B2A8-1081-9F4B-F42D2B420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6DD451-6920-53F0-C106-7F2C49507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DK" smtClean="0"/>
              <a:t>6</a:t>
            </a:fld>
            <a:endParaRPr lang="en-DK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64BEF37-169B-D1AF-F520-257C8E6760F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" dirty="0"/>
              <a:t>const groupedData = </a:t>
            </a:r>
          </a:p>
          <a:p>
            <a:r>
              <a:rPr lang="" dirty="0"/>
              <a:t>  d3.rollup(</a:t>
            </a:r>
          </a:p>
          <a:p>
            <a:r>
              <a:rPr lang="" dirty="0"/>
              <a:t>    data, </a:t>
            </a:r>
          </a:p>
          <a:p>
            <a:r>
              <a:rPr lang="" dirty="0"/>
              <a:t>    group =&gt;</a:t>
            </a:r>
          </a:p>
          <a:p>
            <a:r>
              <a:rPr lang="" dirty="0"/>
              <a:t>      d3.mean(group, </a:t>
            </a:r>
          </a:p>
          <a:p>
            <a:r>
              <a:rPr lang="" dirty="0"/>
              <a:t>        d =&gt; d.MAP), </a:t>
            </a:r>
          </a:p>
          <a:p>
            <a:r>
              <a:rPr lang="" dirty="0"/>
              <a:t>    d =&gt; d.Age_Group)</a:t>
            </a:r>
          </a:p>
          <a:p>
            <a:r>
              <a:rPr lang="" dirty="0"/>
              <a:t> </a:t>
            </a:r>
          </a:p>
          <a:p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516EC-FA55-B66A-CFDD-B54AEE8B619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Rollup Combines aggregation and grouping</a:t>
            </a:r>
          </a:p>
          <a:p>
            <a:r>
              <a:rPr lang="en-GB" dirty="0"/>
              <a:t>The format is </a:t>
            </a:r>
            <a:br>
              <a:rPr lang="en-GB" dirty="0"/>
            </a:br>
            <a:r>
              <a:rPr lang="en-GB" dirty="0"/>
              <a:t>d3.rollup(data, </a:t>
            </a:r>
            <a:br>
              <a:rPr lang="en-GB" dirty="0"/>
            </a:br>
            <a:r>
              <a:rPr lang="en-GB" dirty="0"/>
              <a:t>aggregation function, </a:t>
            </a:r>
            <a:br>
              <a:rPr lang="en-GB" dirty="0"/>
            </a:br>
            <a:r>
              <a:rPr lang="en-GB" dirty="0"/>
              <a:t>key function)</a:t>
            </a:r>
          </a:p>
          <a:p>
            <a:r>
              <a:rPr lang="en-GB" dirty="0"/>
              <a:t>Suitable for a bar chart</a:t>
            </a:r>
            <a:endParaRPr lang="LID4096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C2FDF88-1DA5-4C1D-C786-71941FC8391D}"/>
                  </a:ext>
                </a:extLst>
              </p14:cNvPr>
              <p14:cNvContentPartPr/>
              <p14:nvPr/>
            </p14:nvContentPartPr>
            <p14:xfrm>
              <a:off x="9635400" y="2300760"/>
              <a:ext cx="2390040" cy="19411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C2FDF88-1DA5-4C1D-C786-71941FC8391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626040" y="2291400"/>
                <a:ext cx="2408760" cy="1959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858978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2ED224C-2630-42CF-762D-8CC9FB985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Bar Chart</a:t>
            </a:r>
            <a:endParaRPr lang="LID4096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D69F8ED-F5AD-65C8-9A24-07A9AEEE4F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787730" y="1825625"/>
            <a:ext cx="6616540" cy="4351338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D073C9-41FD-766D-43F1-EE7E46C74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2637B48-7300-4AA3-A318-3DF410CB4F23}" type="datetime1">
              <a:rPr lang="en-GB" smtClean="0"/>
              <a:t>14/09/2026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FBEF71-A665-90FB-D78D-9B51ED4DB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69C37D-7F5A-7CD3-6C08-958E65A75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DK" smtClean="0"/>
              <a:t>7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6225415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9FF48-2AF0-BBE8-3160-DE2F97DE3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Channels in a bar chart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21A96-7D80-C76C-A98F-DC10BF7291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Keys</a:t>
            </a:r>
          </a:p>
          <a:p>
            <a:pPr lvl="1"/>
            <a:r>
              <a:rPr lang="en-GB" dirty="0"/>
              <a:t>Keys are discrete (categorical or ordinal)</a:t>
            </a:r>
          </a:p>
          <a:p>
            <a:pPr lvl="1"/>
            <a:r>
              <a:rPr lang="en-GB" dirty="0"/>
              <a:t>Sometimes discrete keys are created through </a:t>
            </a:r>
            <a:r>
              <a:rPr lang="en-GB" i="1" dirty="0"/>
              <a:t>binning</a:t>
            </a:r>
            <a:endParaRPr lang="en-GB" dirty="0"/>
          </a:p>
          <a:p>
            <a:pPr lvl="1"/>
            <a:r>
              <a:rPr lang="en-GB" dirty="0"/>
              <a:t>Channels used here are regions and colours</a:t>
            </a:r>
          </a:p>
          <a:p>
            <a:r>
              <a:rPr lang="en-GB" dirty="0"/>
              <a:t>Values</a:t>
            </a:r>
          </a:p>
          <a:p>
            <a:pPr lvl="1"/>
            <a:r>
              <a:rPr lang="en-GB" dirty="0"/>
              <a:t>Values in a bar chart are sequential (quantitative, ordered from a minimum and up)</a:t>
            </a:r>
          </a:p>
          <a:p>
            <a:pPr lvl="1"/>
            <a:r>
              <a:rPr lang="en-GB" dirty="0"/>
              <a:t>The channel used is the length of the bar (size channel)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978BE-AA77-D8DE-EBDD-3A15D5FB0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8183B9-126C-4932-94BE-502505D2BD01}" type="datetime1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93DD56-9D09-01D2-9826-547C596F9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32B20D-D61A-6B89-F998-DE5E9DD6B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DK" smtClean="0"/>
              <a:t>8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898835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43340-FD8D-DA02-F3F9-474F80089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00D18DE-069A-11E0-8EAA-7B51A16D4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Bar Chart Channels</a:t>
            </a:r>
            <a:endParaRPr lang="LID4096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93CAA00-560B-E737-7C7D-04F3D254F9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236392" y="1463040"/>
            <a:ext cx="7876872" cy="518019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E2A5AD-1862-9959-ADD0-BAD64B3F2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2637B48-7300-4AA3-A318-3DF410CB4F23}" type="datetime1">
              <a:rPr lang="en-GB" smtClean="0"/>
              <a:t>14/09/2026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0F99EC-1507-A083-97CA-C7DB6D916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589269-771B-004D-AB51-2D4E80318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DK" smtClean="0"/>
              <a:t>9</a:t>
            </a:fld>
            <a:endParaRPr lang="en-DK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36FDA8F-C099-0BD3-12A9-78154F72FA8A}"/>
                  </a:ext>
                </a:extLst>
              </p14:cNvPr>
              <p14:cNvContentPartPr/>
              <p14:nvPr/>
            </p14:nvContentPartPr>
            <p14:xfrm>
              <a:off x="2842560" y="1401120"/>
              <a:ext cx="6366240" cy="49399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36FDA8F-C099-0BD3-12A9-78154F72FA8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33200" y="1391760"/>
                <a:ext cx="6384960" cy="4958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371846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91E78-EE77-B862-FD0A-9470B6355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Multidimensional groups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16F21-25A1-33C4-4571-3E0DF03C0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Both group and rollup can create groups of groups</a:t>
            </a:r>
          </a:p>
          <a:p>
            <a:r>
              <a:rPr lang="en-GB" dirty="0"/>
              <a:t>group:</a:t>
            </a:r>
          </a:p>
          <a:p>
            <a:pPr lvl="1"/>
            <a:r>
              <a:rPr lang="en-GB" dirty="0"/>
              <a:t>d3.group(data, key function 1, key function 2, …)</a:t>
            </a:r>
          </a:p>
          <a:p>
            <a:r>
              <a:rPr lang="en-GB" dirty="0"/>
              <a:t>rollup:</a:t>
            </a:r>
          </a:p>
          <a:p>
            <a:pPr lvl="1"/>
            <a:r>
              <a:rPr lang="en-GB" dirty="0"/>
              <a:t>d3.group(data, aggregate function, key function 1, key function 2, …)</a:t>
            </a:r>
          </a:p>
          <a:p>
            <a:r>
              <a:rPr lang="en-GB" dirty="0"/>
              <a:t>It creates a map of maps</a:t>
            </a:r>
          </a:p>
          <a:p>
            <a:r>
              <a:rPr lang="en-GB" dirty="0"/>
              <a:t>We can visualize this with </a:t>
            </a:r>
            <a:r>
              <a:rPr lang="en-GB" i="1" dirty="0"/>
              <a:t>stacked bar charts</a:t>
            </a:r>
            <a:r>
              <a:rPr lang="en-GB" dirty="0"/>
              <a:t> or </a:t>
            </a:r>
            <a:r>
              <a:rPr lang="en-GB" i="1" dirty="0"/>
              <a:t>streamgraphs</a:t>
            </a:r>
            <a:endParaRPr lang="LID4096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3101E1-20CC-C89B-F847-FFE2257EF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8183B9-126C-4932-94BE-502505D2BD01}" type="datetime1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B1FD6B-D4E0-BC94-A4CF-16E2179DD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5D9DD-0A3F-3A9E-C35B-B168896AA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DK" smtClean="0"/>
              <a:t>10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177643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48A7A-B731-409C-DE59-68593C0C2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" sz="3200" dirty="0"/>
              <a:t>d3.rollup(data, d =&gt; d.length, d =&gt; d.Year, d =&gt; d.Age_Group)</a:t>
            </a:r>
            <a:endParaRPr lang="LID4096" sz="32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80FD6D-4FC2-DF2D-6DCF-FF2B8B9DD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2637B48-7300-4AA3-A318-3DF410CB4F23}" type="datetime1">
              <a:rPr lang="en-GB" smtClean="0"/>
              <a:t>14/09/2026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21B8C9-A69B-21E5-F805-A1FE6300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674DAA-B4BC-D761-55F5-973A235D6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DK" smtClean="0"/>
              <a:t>11</a:t>
            </a:fld>
            <a:endParaRPr lang="en-DK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20097F6-BD8C-DC60-20AF-4B8622C2FF0D}"/>
                  </a:ext>
                </a:extLst>
              </p14:cNvPr>
              <p14:cNvContentPartPr/>
              <p14:nvPr/>
            </p14:nvContentPartPr>
            <p14:xfrm>
              <a:off x="1243440" y="1424880"/>
              <a:ext cx="8347320" cy="37638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20097F6-BD8C-DC60-20AF-4B8622C2FF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34080" y="1415520"/>
                <a:ext cx="8366040" cy="3782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152964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40A04-9AF3-499C-BF5A-0AD1FE0C3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Stacked bar chart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8DC511-6EFE-6818-EC33-CBEA97C28A4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Used to display 2-dimensional tabular data</a:t>
            </a:r>
          </a:p>
          <a:p>
            <a:r>
              <a:rPr lang="en-GB" dirty="0"/>
              <a:t>Both dimensions are discrete (categorical/ordinal)</a:t>
            </a:r>
          </a:p>
          <a:p>
            <a:r>
              <a:rPr lang="en-GB" dirty="0"/>
              <a:t>Why:</a:t>
            </a:r>
          </a:p>
          <a:p>
            <a:pPr lvl="1"/>
            <a:r>
              <a:rPr lang="en-GB" dirty="0"/>
              <a:t>Compare data</a:t>
            </a:r>
          </a:p>
          <a:p>
            <a:pPr lvl="1"/>
            <a:r>
              <a:rPr lang="en-GB" dirty="0"/>
              <a:t>Discover trends</a:t>
            </a:r>
          </a:p>
          <a:p>
            <a:pPr lvl="1"/>
            <a:r>
              <a:rPr lang="en-GB" dirty="0"/>
              <a:t>Lookup data (harder)</a:t>
            </a:r>
            <a:endParaRPr lang="LID4096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CB72E83-F011-1E95-F0D4-5FED7E00A7F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 bwMode="auto">
          <a:xfrm>
            <a:off x="6172200" y="2160790"/>
            <a:ext cx="5181600" cy="3681008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C6AE19-3FFF-A070-B044-CD5877FDF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B7FFBE2-17ED-4487-A6AD-53E5CC708D51}" type="datetime1">
              <a:rPr lang="en-GB" smtClean="0"/>
              <a:t>14/09/2026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663748-546A-A568-B83F-B840CD4DF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2447AF-B732-8BA8-0497-9B92D19A4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DK" smtClean="0"/>
              <a:t>12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580877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0B702-4249-5403-D6C8-2E0C51156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D0DB9-986E-5C8C-1365-01D3CB7BD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stack in d3.js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F1CA2C-EF0A-B012-9372-D0A15A16886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An array of arrays of coordinates</a:t>
            </a:r>
          </a:p>
          <a:p>
            <a:r>
              <a:rPr lang="en-GB" dirty="0"/>
              <a:t>Each element of the array corresponds to one of the colours on the right</a:t>
            </a:r>
          </a:p>
          <a:p>
            <a:r>
              <a:rPr lang="en-GB" dirty="0"/>
              <a:t>The element is an array of [from, to] ranges of where the rectangle should be (in domain values)</a:t>
            </a:r>
          </a:p>
          <a:p>
            <a:r>
              <a:rPr lang="en-GB" dirty="0"/>
              <a:t>But there is more</a:t>
            </a:r>
          </a:p>
          <a:p>
            <a:endParaRPr lang="LID4096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B7ECB66-F971-950A-D4BF-B6471DE3183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 bwMode="auto">
          <a:xfrm>
            <a:off x="6172200" y="2160790"/>
            <a:ext cx="5181600" cy="3681008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CD183D-C47A-A724-D6F0-D5E1A6E1E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B7FFBE2-17ED-4487-A6AD-53E5CC708D51}" type="datetime1">
              <a:rPr lang="en-GB" smtClean="0"/>
              <a:t>14/09/2026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FD83DB-794A-846F-61A7-29A457687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CB4828-D1EA-B7FC-AA00-4358D8C8E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DK" smtClean="0"/>
              <a:t>13</a:t>
            </a:fld>
            <a:endParaRPr lang="en-DK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3B78824-4A43-0AFF-C291-96A09E347A02}"/>
                  </a:ext>
                </a:extLst>
              </p14:cNvPr>
              <p14:cNvContentPartPr/>
              <p14:nvPr/>
            </p14:nvContentPartPr>
            <p14:xfrm>
              <a:off x="5977800" y="3983040"/>
              <a:ext cx="5333040" cy="11250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3B78824-4A43-0AFF-C291-96A09E347A0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68440" y="3973680"/>
                <a:ext cx="5351760" cy="1143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633040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0C03A-61AD-7B9D-6580-548245813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stack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AAE07-76A2-54AA-A2A5-70A3F636DB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elements of the stack array is an array of </a:t>
            </a:r>
          </a:p>
          <a:p>
            <a:pPr lvl="1"/>
            <a:r>
              <a:rPr lang="en-GB" dirty="0"/>
              <a:t>a 2-element array [from, to] </a:t>
            </a:r>
            <a:r>
              <a:rPr lang="en-GB" i="1" dirty="0"/>
              <a:t>with</a:t>
            </a:r>
            <a:endParaRPr lang="en-GB" dirty="0"/>
          </a:p>
          <a:p>
            <a:pPr lvl="1"/>
            <a:r>
              <a:rPr lang="en-GB" dirty="0"/>
              <a:t>a data property with another 2-element array [key, map] from the original group/rollup</a:t>
            </a:r>
          </a:p>
          <a:p>
            <a:r>
              <a:rPr lang="en-GB" dirty="0"/>
              <a:t>The array also contains an extra property, key of the (here age) group</a:t>
            </a:r>
          </a:p>
          <a:p>
            <a:endParaRPr lang="LID4096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CC0ADB-AAE9-B6A8-2A6B-4E458E05D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8183B9-126C-4932-94BE-502505D2BD01}" type="datetime1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32B886-DD56-120F-7D0B-DAAA266EB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382EB-D6EB-8977-AECF-8C43681F0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DK" smtClean="0"/>
              <a:t>14</a:t>
            </a:fld>
            <a:endParaRPr lang="en-DK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FA3348E-F7F0-8F84-A429-3953BDFA67ED}"/>
                  </a:ext>
                </a:extLst>
              </p14:cNvPr>
              <p14:cNvContentPartPr/>
              <p14:nvPr/>
            </p14:nvContentPartPr>
            <p14:xfrm>
              <a:off x="1809000" y="2957040"/>
              <a:ext cx="556920" cy="1134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FA3348E-F7F0-8F84-A429-3953BDFA67E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99640" y="2947680"/>
                <a:ext cx="575640" cy="132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766611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BE83A-3008-9CF0-DE66-B83473D6F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Stacks</a:t>
            </a:r>
            <a:endParaRPr lang="LID4096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77FE4A-6DA8-FAD1-C568-B47937069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2637B48-7300-4AA3-A318-3DF410CB4F23}" type="datetime1">
              <a:rPr lang="en-GB" smtClean="0"/>
              <a:t>14/09/2026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3DD9CB-52EC-2502-98D3-06CB95D3E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177586-94C3-18E1-9C68-8923962F2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DK" smtClean="0"/>
              <a:t>15</a:t>
            </a:fld>
            <a:endParaRPr lang="en-DK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E12FCD-14D6-B266-ECDF-A93E3E4D3F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446" y="1314155"/>
            <a:ext cx="7044153" cy="500416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CF717DB-2250-ABD8-A1D3-6FF349BE0AD6}"/>
                  </a:ext>
                </a:extLst>
              </p14:cNvPr>
              <p14:cNvContentPartPr/>
              <p14:nvPr/>
            </p14:nvContentPartPr>
            <p14:xfrm>
              <a:off x="2049840" y="3515760"/>
              <a:ext cx="9828720" cy="24620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CF717DB-2250-ABD8-A1D3-6FF349BE0AD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40480" y="3506400"/>
                <a:ext cx="9847440" cy="2480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799542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DA812-D0C6-0340-7C3E-EAF3C2C3A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Drawing stacked bar chars</a:t>
            </a:r>
            <a:endParaRPr lang="LID4096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C1F0F4-4661-F23E-CDA0-922E8651A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61C97FE-D1A0-4415-8424-9D0DD0C9B6F2}" type="datetime1">
              <a:rPr lang="en-GB" smtClean="0"/>
              <a:t>14/09/2026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2B86D2-BBAE-F7AD-C62F-EF4E703A7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646522-FA7C-E124-7CF1-A791F7532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DK" smtClean="0"/>
              <a:t>16</a:t>
            </a:fld>
            <a:endParaRPr lang="en-DK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7FF199B-5915-38CF-06B5-C9EE1B0813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70000" lnSpcReduction="20000"/>
          </a:bodyPr>
          <a:lstStyle/>
          <a:p>
            <a:r>
              <a:rPr lang="" dirty="0"/>
              <a:t>const ageGroupVis = visibleArea.selectAll(".ageGroupRects")</a:t>
            </a:r>
          </a:p>
          <a:p>
            <a:r>
              <a:rPr lang="" dirty="0"/>
              <a:t>  .data(stacks)</a:t>
            </a:r>
          </a:p>
          <a:p>
            <a:r>
              <a:rPr lang="" dirty="0"/>
              <a:t>  .join("g")</a:t>
            </a:r>
          </a:p>
          <a:p>
            <a:r>
              <a:rPr lang="" dirty="0"/>
              <a:t>  .attr("class", "ageGroupRects")</a:t>
            </a:r>
          </a:p>
          <a:p>
            <a:r>
              <a:rPr lang="" dirty="0"/>
              <a:t>  .attr("fill", d =&gt; ageGroupColorScale(d.key))</a:t>
            </a:r>
            <a:br>
              <a:rPr lang="" dirty="0"/>
            </a:br>
            <a:endParaRPr lang="" dirty="0"/>
          </a:p>
          <a:p>
            <a:r>
              <a:rPr lang="" dirty="0"/>
              <a:t>ageGroupVis.selectAll("rect")</a:t>
            </a:r>
          </a:p>
          <a:p>
            <a:r>
              <a:rPr lang="" dirty="0"/>
              <a:t>  .data(d =&gt; d)</a:t>
            </a:r>
          </a:p>
          <a:p>
            <a:r>
              <a:rPr lang="" dirty="0"/>
              <a:t>  .join("rect")</a:t>
            </a:r>
          </a:p>
          <a:p>
            <a:r>
              <a:rPr lang="" dirty="0"/>
              <a:t>  .attr("x", d =&gt; regionScale(d.data[0]))</a:t>
            </a:r>
          </a:p>
          <a:p>
            <a:r>
              <a:rPr lang="" dirty="0"/>
              <a:t>  .attr("width", regionScale.bandwidth())</a:t>
            </a:r>
          </a:p>
          <a:p>
            <a:r>
              <a:rPr lang="" dirty="0"/>
              <a:t>  .attr("y", d =&gt; sizeScale(d[1]))</a:t>
            </a:r>
          </a:p>
          <a:p>
            <a:r>
              <a:rPr lang="" dirty="0"/>
              <a:t>  .attr("height", d =&gt; sizeScale(d[0]) - sizeScale(d[1]))</a:t>
            </a:r>
          </a:p>
          <a:p>
            <a:endParaRPr lang="LID4096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F7CACE3-40F6-04F5-9776-EC23FBFFE8F4}"/>
                  </a:ext>
                </a:extLst>
              </p14:cNvPr>
              <p14:cNvContentPartPr/>
              <p14:nvPr/>
            </p14:nvContentPartPr>
            <p14:xfrm>
              <a:off x="7660080" y="4214520"/>
              <a:ext cx="4302360" cy="19353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F7CACE3-40F6-04F5-9776-EC23FBFFE8F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650720" y="4205160"/>
                <a:ext cx="4321080" cy="1954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58837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F48C3-67F2-957F-28E3-9EAFA3CFE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Colour choice</a:t>
            </a:r>
            <a:endParaRPr lang="LID4096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BD4104-5277-2CE6-2D61-574B143F1D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Age group is categorical (unordered)</a:t>
            </a:r>
            <a:endParaRPr lang="LID4096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5840C0-241D-9325-AE25-57DE58FA3C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dirty="0"/>
              <a:t>Age group is ordinal (discrete, sequential)</a:t>
            </a:r>
            <a:endParaRPr lang="LID4096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6A017DA3-4C3C-C2C4-C688-DDDEFFB7F99E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 bwMode="auto">
          <a:xfrm>
            <a:off x="6272917" y="2505075"/>
            <a:ext cx="4981753" cy="3684588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18101E-C8BC-10D9-48FB-0820C74AC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8F46DC4-28AD-4138-B93F-56B62008EDF1}" type="datetime1">
              <a:rPr lang="en-GB" smtClean="0"/>
              <a:t>14/09/2026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F717B2-BB6A-92CC-87B5-C910A1A30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E53C52-7223-C8F8-E20A-04451A74B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DK" smtClean="0"/>
              <a:t>17</a:t>
            </a:fld>
            <a:endParaRPr lang="en-DK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FE0DFCE4-4B2C-4A71-6E33-B9E9E8A139E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839788" y="2515323"/>
            <a:ext cx="5157787" cy="3664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7260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89061CBA-43A8-8FC6-F092-B46400ECF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Demo</a:t>
            </a:r>
            <a:endParaRPr lang="LID4096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D96022-65DD-9952-60D7-E5F5DB5AF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8F46DC4-28AD-4138-B93F-56B62008EDF1}" type="datetime1">
              <a:rPr lang="en-GB" smtClean="0"/>
              <a:t>14/09/2026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3DFDDA-5F9D-5AF8-382F-A1141BC28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E7CDCE-32B8-683C-CCE2-B8DA84809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DK" smtClean="0"/>
              <a:t>18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6275821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55BAB-5D16-20E9-0755-84000A282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CFCBD1F-D4FE-6A5D-B167-3D5EA48D5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Streamgraph</a:t>
            </a:r>
            <a:endParaRPr lang="LID4096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41B523-A860-F64F-D152-E97F69EF4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2637B48-7300-4AA3-A318-3DF410CB4F23}" type="datetime1">
              <a:rPr lang="en-GB" smtClean="0"/>
              <a:t>14/09/2026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7757C2-2759-B8CD-39E9-B9CB56AB9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C15480-6F27-00A5-7D31-2E04DF4D4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DK" smtClean="0"/>
              <a:t>19</a:t>
            </a:fld>
            <a:endParaRPr lang="en-DK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3A2B8BB8-C3BF-0C20-954A-8B3E5DBD05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3260759" y="1825625"/>
            <a:ext cx="5670481" cy="435133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F203E42-2E4B-1668-AC60-6ECA7543BBEE}"/>
                  </a:ext>
                </a:extLst>
              </p14:cNvPr>
              <p14:cNvContentPartPr/>
              <p14:nvPr/>
            </p14:nvContentPartPr>
            <p14:xfrm>
              <a:off x="3619440" y="4602240"/>
              <a:ext cx="240480" cy="12524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F203E42-2E4B-1668-AC60-6ECA7543BBE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10080" y="4592880"/>
                <a:ext cx="259200" cy="1271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297321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663D0-1A7B-7FC9-3B46-20AF69614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F7E64-3D74-9821-FF61-49D5DF39B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Channels in a Streamgraph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B7F07-C4B5-41DA-B741-F032DE783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Keys</a:t>
            </a:r>
          </a:p>
          <a:p>
            <a:pPr lvl="1"/>
            <a:r>
              <a:rPr lang="en-GB" dirty="0"/>
              <a:t>Keys are discrete (categorical or ordinal)</a:t>
            </a:r>
          </a:p>
          <a:p>
            <a:pPr lvl="1"/>
            <a:r>
              <a:rPr lang="en-GB" dirty="0"/>
              <a:t>Sometimes discrete keys are created through </a:t>
            </a:r>
            <a:r>
              <a:rPr lang="en-GB" i="1" dirty="0"/>
              <a:t>binning</a:t>
            </a:r>
            <a:endParaRPr lang="en-GB" dirty="0"/>
          </a:p>
          <a:p>
            <a:pPr lvl="1"/>
            <a:r>
              <a:rPr lang="en-GB" dirty="0"/>
              <a:t>Channels used here are regions and colours</a:t>
            </a:r>
          </a:p>
          <a:p>
            <a:r>
              <a:rPr lang="en-GB" dirty="0"/>
              <a:t>Values</a:t>
            </a:r>
          </a:p>
          <a:p>
            <a:pPr lvl="1"/>
            <a:r>
              <a:rPr lang="en-GB" dirty="0"/>
              <a:t>Values in a streamgraph are sequential (quantitative, ordered from a minimum and up)</a:t>
            </a:r>
          </a:p>
          <a:p>
            <a:pPr lvl="1"/>
            <a:r>
              <a:rPr lang="en-GB" dirty="0"/>
              <a:t>The channel used is the position on the y-axis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AFCADA-C9A1-53A2-A5C1-D75A436DD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8183B9-126C-4932-94BE-502505D2BD01}" type="datetime1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98246-39CC-3232-5EEE-57CB48ED1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0B10B-A3CA-545F-BBD3-1D90BAA54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DK" smtClean="0"/>
              <a:t>20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7742492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30680-9D12-5F49-9245-F65554874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9A54F-C92D-ECFB-8D50-131D8C727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Streamgraph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003888-1097-44E4-18C5-C2C41F67B01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Used to display 2-dimensional tabular data</a:t>
            </a:r>
          </a:p>
          <a:p>
            <a:r>
              <a:rPr lang="en-GB" dirty="0"/>
              <a:t>Both dimensions are discrete (categorical/ordinal)</a:t>
            </a:r>
          </a:p>
          <a:p>
            <a:r>
              <a:rPr lang="en-GB" dirty="0"/>
              <a:t>Why:</a:t>
            </a:r>
          </a:p>
          <a:p>
            <a:pPr lvl="1"/>
            <a:r>
              <a:rPr lang="en-GB" dirty="0"/>
              <a:t>Compare data</a:t>
            </a:r>
          </a:p>
          <a:p>
            <a:pPr lvl="1"/>
            <a:r>
              <a:rPr lang="en-GB" dirty="0"/>
              <a:t>Discover trends</a:t>
            </a:r>
          </a:p>
          <a:p>
            <a:pPr lvl="1"/>
            <a:r>
              <a:rPr lang="en-GB" dirty="0"/>
              <a:t>Enjoy trends</a:t>
            </a:r>
            <a:endParaRPr lang="LID4096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A97AF7-4278-C7BB-B190-9DC5B712D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B7FFBE2-17ED-4487-A6AD-53E5CC708D51}" type="datetime1">
              <a:rPr lang="en-GB" smtClean="0"/>
              <a:t>14/09/2026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5BA6E2-4126-4EAC-574E-2B298899E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732760-928A-CB31-BBE4-952070CB7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DK" smtClean="0"/>
              <a:t>21</a:t>
            </a:fld>
            <a:endParaRPr lang="en-DK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B22D927D-512B-3944-F154-DEC89FC433E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 bwMode="auto">
          <a:xfrm>
            <a:off x="6172200" y="2013201"/>
            <a:ext cx="5181600" cy="3976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635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F2E14-8738-BBFB-CDDB-A2331D98B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7E800-0BD7-22FF-C3A8-AF78B6DFA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areas</a:t>
            </a:r>
            <a:endParaRPr lang="LID4096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B7A91A-B7A0-63FF-7D58-10F86FDCD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61C97FE-D1A0-4415-8424-9D0DD0C9B6F2}" type="datetime1">
              <a:rPr lang="en-GB" smtClean="0"/>
              <a:t>14/09/2026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FF2AB1-A0CB-7658-80A8-787E3568E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2D1030-9EAC-59D6-FFCB-8B088C9BB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DK" smtClean="0"/>
              <a:t>22</a:t>
            </a:fld>
            <a:endParaRPr lang="en-DK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360B87B-07E7-975D-6287-3D61E68CE3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" sz="2400" dirty="0"/>
              <a:t>const areaGenerator = d3.area()</a:t>
            </a:r>
          </a:p>
          <a:p>
            <a:r>
              <a:rPr lang="" sz="2400" dirty="0"/>
              <a:t>  .x(d =&gt; yearScale(d.data[0]) + yearScale.bandwidth() / 2)</a:t>
            </a:r>
          </a:p>
          <a:p>
            <a:r>
              <a:rPr lang="" sz="2400" dirty="0"/>
              <a:t>  .y0(d =&gt; sizeScale(d[0]))</a:t>
            </a:r>
          </a:p>
          <a:p>
            <a:r>
              <a:rPr lang="" sz="2400" dirty="0"/>
              <a:t>  .y1(d =&gt; sizeScale(d[1]))</a:t>
            </a:r>
          </a:p>
          <a:p>
            <a:r>
              <a:rPr lang="" sz="2400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1238014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8842C-F2F4-1920-4C3C-20FD36437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Drawing the streamgraph</a:t>
            </a:r>
            <a:endParaRPr lang="LID4096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21B10F-1378-1F13-643F-D32E7D8B7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61C97FE-D1A0-4415-8424-9D0DD0C9B6F2}" type="datetime1">
              <a:rPr lang="en-GB" smtClean="0"/>
              <a:t>14/09/2026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F60986-E8A3-F1D9-357B-CF05C3682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4F9921-939D-0D95-725C-EEC32F74E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DK" smtClean="0"/>
              <a:t>23</a:t>
            </a:fld>
            <a:endParaRPr lang="en-DK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394CF44-7E53-C045-E6C8-C619034D6B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" dirty="0"/>
              <a:t>visibleArea.append('g')</a:t>
            </a:r>
          </a:p>
          <a:p>
            <a:r>
              <a:rPr lang="" dirty="0"/>
              <a:t>  .attr('class', 'graph')</a:t>
            </a:r>
          </a:p>
          <a:p>
            <a:r>
              <a:rPr lang="" dirty="0"/>
              <a:t>  .selectAll("path")</a:t>
            </a:r>
          </a:p>
          <a:p>
            <a:r>
              <a:rPr lang="" dirty="0"/>
              <a:t>  .data(stacks)</a:t>
            </a:r>
          </a:p>
          <a:p>
            <a:r>
              <a:rPr lang="" dirty="0"/>
              <a:t>  .join("path")</a:t>
            </a:r>
          </a:p>
          <a:p>
            <a:r>
              <a:rPr lang="" dirty="0"/>
              <a:t>  .attr("d", areaGenerator)</a:t>
            </a:r>
          </a:p>
          <a:p>
            <a:r>
              <a:rPr lang="" dirty="0"/>
              <a:t>  .attr("fill", d =&gt; ageGroupColorScale(d.key)) </a:t>
            </a:r>
          </a:p>
          <a:p>
            <a:endParaRPr lang="LID4096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7325D5C-C3AB-0B10-F9C7-42604E9E82C2}"/>
                  </a:ext>
                </a:extLst>
              </p14:cNvPr>
              <p14:cNvContentPartPr/>
              <p14:nvPr/>
            </p14:nvContentPartPr>
            <p14:xfrm>
              <a:off x="2556360" y="3737520"/>
              <a:ext cx="3490920" cy="11480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7325D5C-C3AB-0B10-F9C7-42604E9E82C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47000" y="3728160"/>
                <a:ext cx="3509640" cy="1166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17134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78A87-89DA-D609-A55D-B18767B53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Enjoying the data: Smoother curves</a:t>
            </a:r>
            <a:endParaRPr lang="LID4096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DEDFE8-F254-C2C1-DC12-A547914B5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36E4093-7D3B-46F0-B134-FA1D41D0750C}" type="datetime1">
              <a:rPr lang="en-GB" smtClean="0"/>
              <a:t>14/09/2026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EF8848-A5A1-B5A6-40FE-231C57659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6B77C1-EA28-73AF-E17D-08F7912C8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DK" smtClean="0"/>
              <a:t>24</a:t>
            </a:fld>
            <a:endParaRPr lang="en-DK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E24620-8A49-151E-09AC-D16219B324B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" sz="2000" dirty="0"/>
              <a:t>const areaGenerator = d3.area()</a:t>
            </a:r>
          </a:p>
          <a:p>
            <a:r>
              <a:rPr lang="" sz="2000" dirty="0"/>
              <a:t>  .x(d =&gt; </a:t>
            </a:r>
          </a:p>
          <a:p>
            <a:r>
              <a:rPr lang="" sz="2000" dirty="0"/>
              <a:t>     yearScale(d.data[0]) +  </a:t>
            </a:r>
          </a:p>
          <a:p>
            <a:r>
              <a:rPr lang="" sz="2000" dirty="0"/>
              <a:t>     yearScale.bandwidth() / 2)</a:t>
            </a:r>
          </a:p>
          <a:p>
            <a:r>
              <a:rPr lang="" sz="2000" dirty="0"/>
              <a:t>  .y0(d =&gt; sizeScale(d[0]))</a:t>
            </a:r>
          </a:p>
          <a:p>
            <a:r>
              <a:rPr lang="" sz="2000" dirty="0"/>
              <a:t>  .y1(d =&gt; sizeScale(d[1]))</a:t>
            </a:r>
          </a:p>
          <a:p>
            <a:r>
              <a:rPr lang="" sz="2000" dirty="0"/>
              <a:t>  .curve(d3.curveBasis)</a:t>
            </a:r>
          </a:p>
          <a:p>
            <a:endParaRPr lang="" sz="2000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18C3DF1-18D9-38B5-B510-56410CC213A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 bwMode="auto">
          <a:xfrm>
            <a:off x="838200" y="2032959"/>
            <a:ext cx="5181600" cy="3936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5134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38BD8-ACE8-A592-153C-996C08B43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Enjoying the data: </a:t>
            </a:r>
            <a:r>
              <a:rPr lang="en-GB" dirty="0" err="1"/>
              <a:t>Centering</a:t>
            </a:r>
            <a:endParaRPr lang="LID4096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685143-9A4E-595C-BE57-F153028D5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36E4093-7D3B-46F0-B134-FA1D41D0750C}" type="datetime1">
              <a:rPr lang="en-GB" smtClean="0"/>
              <a:t>14/09/2026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5E8D06-C5F5-7299-1E06-0B8485C51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C5E252-3281-3ADC-1B25-9BBDBFF6D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DK" smtClean="0"/>
              <a:t>25</a:t>
            </a:fld>
            <a:endParaRPr lang="en-DK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A8DEA0B-6964-C8F3-E39F-9B5DC64393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" sz="2000" dirty="0"/>
              <a:t>const areaGenerator = d3.area()</a:t>
            </a:r>
          </a:p>
          <a:p>
            <a:r>
              <a:rPr lang="" sz="2000" dirty="0"/>
              <a:t>  .x(d =&gt; </a:t>
            </a:r>
          </a:p>
          <a:p>
            <a:r>
              <a:rPr lang="" sz="2000" dirty="0"/>
              <a:t>    yearScale(d.data[0]) + </a:t>
            </a:r>
          </a:p>
          <a:p>
            <a:r>
              <a:rPr lang="" sz="2000" dirty="0"/>
              <a:t>    yearScale.bandwidth() / 2)</a:t>
            </a:r>
          </a:p>
          <a:p>
            <a:r>
              <a:rPr lang="" sz="2000" dirty="0"/>
              <a:t>  .y0((d, i) =&gt; </a:t>
            </a:r>
          </a:p>
          <a:p>
            <a:r>
              <a:rPr lang="" sz="2000" dirty="0"/>
              <a:t>    sizeScale(d[0] </a:t>
            </a:r>
          </a:p>
          <a:p>
            <a:r>
              <a:rPr lang="" sz="2000" dirty="0"/>
              <a:t>              - annualSizes[i] / 2)</a:t>
            </a:r>
          </a:p>
          <a:p>
            <a:r>
              <a:rPr lang="" sz="2000" dirty="0"/>
              <a:t>    - center)</a:t>
            </a:r>
          </a:p>
          <a:p>
            <a:r>
              <a:rPr lang="" sz="2000" dirty="0"/>
              <a:t>  .y1((d, i) =&gt; </a:t>
            </a:r>
          </a:p>
          <a:p>
            <a:r>
              <a:rPr lang="" sz="2000" dirty="0"/>
              <a:t>     sizeScale(d[1] </a:t>
            </a:r>
          </a:p>
          <a:p>
            <a:r>
              <a:rPr lang="" sz="2000" dirty="0"/>
              <a:t>               - annualSizes[i] / 2) </a:t>
            </a:r>
          </a:p>
          <a:p>
            <a:r>
              <a:rPr lang="" sz="2000" dirty="0"/>
              <a:t>     - center)</a:t>
            </a:r>
          </a:p>
          <a:p>
            <a:r>
              <a:rPr lang="" sz="2000" dirty="0"/>
              <a:t>  .curve(d3.curveBasis)</a:t>
            </a:r>
            <a:endParaRPr lang="LID4096" sz="2000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6D9B282-37B2-5ABA-9AAC-FB2F1A9DF0F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 bwMode="auto">
          <a:xfrm>
            <a:off x="838200" y="2115192"/>
            <a:ext cx="5181600" cy="3772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848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47E78-DB1A-8ABA-72A6-4CFB38302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0589E1-6517-DD9C-A8A0-486A32379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36E4093-7D3B-46F0-B134-FA1D41D0750C}" type="datetime1">
              <a:rPr lang="en-GB" smtClean="0"/>
              <a:t>14/09/2026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F4ED0A-AC12-589D-345F-D60D8183F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A3CB76-4E78-0F2B-18E1-2E243D24E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DK" smtClean="0"/>
              <a:t>26</a:t>
            </a:fld>
            <a:endParaRPr lang="en-DK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6295E75-B76B-C5D0-503E-26BDEE129EB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09817F6-0C28-4C52-19B4-908F14EEE0A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13167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4F2A5-2B53-D52E-22D7-33CD560E4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E0412-C01C-F054-9F8A-51F49D00F6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Try this on the uploaded template project and data</a:t>
            </a:r>
            <a:endParaRPr lang="LID4096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EE8F5-4A42-1104-0167-DF2C148B3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8183B9-126C-4932-94BE-502505D2BD01}" type="datetime1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1C4E6-C1E2-A427-174C-A0924E8C4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1F93D9-9EA8-D65A-C6BB-DB75EBE1C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DK" smtClean="0"/>
              <a:t>27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5920737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IH.potx" id="{B1C050D2-457E-4331-99AF-8A814FAF0A1D}" vid="{C5388104-6551-4CE6-8B29-5F2B17820F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OIH</Template>
  <TotalTime>248</TotalTime>
  <Words>1467</Words>
  <Application>Microsoft Office PowerPoint</Application>
  <PresentationFormat>Widescreen</PresentationFormat>
  <Paragraphs>280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Calibri Light</vt:lpstr>
      <vt:lpstr>Consolas</vt:lpstr>
      <vt:lpstr>Office Theme</vt:lpstr>
      <vt:lpstr>VIZ1, Session 3</vt:lpstr>
      <vt:lpstr>Grouping</vt:lpstr>
      <vt:lpstr>Grouping</vt:lpstr>
      <vt:lpstr>d3.group(data, d =&gt; d.name)</vt:lpstr>
      <vt:lpstr>Grouping and aggregation</vt:lpstr>
      <vt:lpstr>Rollup</vt:lpstr>
      <vt:lpstr>Bar Chart</vt:lpstr>
      <vt:lpstr>Channels in a bar chart</vt:lpstr>
      <vt:lpstr>Bar Chart Channels</vt:lpstr>
      <vt:lpstr>Multidimensional groups</vt:lpstr>
      <vt:lpstr>d3.rollup(data, d =&gt; d.length, d =&gt; d.Year, d =&gt; d.Age_Group)</vt:lpstr>
      <vt:lpstr>Stacked bar chart</vt:lpstr>
      <vt:lpstr>A stack in d3.js</vt:lpstr>
      <vt:lpstr>A stack</vt:lpstr>
      <vt:lpstr>Stacks</vt:lpstr>
      <vt:lpstr>Drawing stacked bar chars</vt:lpstr>
      <vt:lpstr>Colour choice</vt:lpstr>
      <vt:lpstr>Demo</vt:lpstr>
      <vt:lpstr>Streamgraph</vt:lpstr>
      <vt:lpstr>Channels in a Streamgraph</vt:lpstr>
      <vt:lpstr>Streamgraph</vt:lpstr>
      <vt:lpstr>Creating areas</vt:lpstr>
      <vt:lpstr>Drawing the streamgraph</vt:lpstr>
      <vt:lpstr>Enjoying the data: Smoother curves</vt:lpstr>
      <vt:lpstr>Enjoying the data: Centering</vt:lpstr>
      <vt:lpstr>PowerPoint Presentation</vt:lpstr>
      <vt:lpstr>Exercise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Ole Ildsgaard Hougaard (OIH) | VIA</dc:creator>
  <cp:lastModifiedBy>Ole Ildsgaard Hougaard (OIH) | VIA</cp:lastModifiedBy>
  <cp:revision>24</cp:revision>
  <dcterms:created xsi:type="dcterms:W3CDTF">2026-09-13T18:22:25Z</dcterms:created>
  <dcterms:modified xsi:type="dcterms:W3CDTF">2026-09-14T08:06:10Z</dcterms:modified>
</cp:coreProperties>
</file>