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5" r:id="rId28"/>
    <p:sldId id="284" r:id="rId29"/>
    <p:sldId id="282" r:id="rId30"/>
    <p:sldId id="286" r:id="rId31"/>
    <p:sldId id="287" r:id="rId32"/>
    <p:sldId id="288" r:id="rId33"/>
    <p:sldId id="289" r:id="rId34"/>
    <p:sldId id="291" r:id="rId35"/>
    <p:sldId id="293" r:id="rId36"/>
    <p:sldId id="295" r:id="rId37"/>
    <p:sldId id="296" r:id="rId38"/>
    <p:sldId id="294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8:08:20.68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17141 4749 255 0,'-57'-13'0'0,"22"0"0"0,-2 1 0 0,4 3 0 0,9 0 0 0,3 2 0 0,-2 1 0 0,1 0 0 0,5-1 0 0,17 7 0 0,0 0 0 0,0 0 0 16,-19-8 0-16,19 8 0 0,-6-15 0 15,4 0 0-15,6 0 0 16,0 3 0-16,3-2 0 31,5 1 0-31,1 5 0 16,3-2 0 0,-1 3 0-1,3 0 0-15,0 5 0 16,3 0 0-16,3 2 0 15,3-2 0 1,0 2 0-16,2 0 0 16,4-3 0-1,4 1 0-15,4 0 0 16,2 1 0 0,1 1 0-16,2-3 0 15,1 1 0 1,0 2 0-16,1-3 0 15,3 1 0-15,-1 2 0 16,4-2 0 0,9 2 0-16,-1 0 0 15,0 0 0 1,0-3 0-16,-7 3 0 16,1 3 0-1,3-1 0-15,1 0 0 16,-2 1 0-1,0-1 0-15,2-2 0 16,3 0 0-16,3 0 0 16,-6 3 0-1,-1-3 0 1,0 1 0-16,3 1 0 16,4 3 0-16,-1-3 0 15,0-2 0 1,0 0 0-16,-3 0 0 15,1 0 0 1,0-2 0 0,-1-1 0-16,3-1 0 15,0 0 0-15,-3-1 0 16,-6 1 0 0,3 1 0-16,1 0 0 15,0 2 0-15,-1-2 0 16,-3 3 0-1,-1-1 0-15,4-2 0 16,-1 2 0-16,2 2 0 16,3 2 0-1,-3-3 0-15,-4 1 0 16,1 2 0 0,3 1 0-16,-2 1 0 15,1 2 0-15,0-3 0 31,3-2 0-31,-1 0 0 16,0 1 0 0,-1-1 0-16,-4 0 0 0,2 3 0 15,0-3 0-15,3 2 0 32,-3 3 0-32,0-3 0 15,-1 6 0 1,0-3 0-16,3 1 0 15,-1 1 0-15,-1-2 0 16,2-2 0 0,4-1 0-16,-2 0 0 15,-2 2 0-15,1 0 0 16,-1 1 0-16,2-1 0 16,4 1 0-1,-4 3 0-15,0-5 0 16,0 5 0-1,2-2 0-15,5-1 0 16,-7-3 0 0,2 5 0-16,2-4 0 15,-2 2 0 1,-2-4 0 0,-1 5 0-1,0-2 0-15,-1 1 0 16,5 0 0-16,-1 0 0 15,3-2 0-15,1-3 0 16,1 0 0-16,3-2 0 16,-1 0 0-1,3 2 0 1,-2-2 0 0,-1 0 0-16,2 1 0 15,-5 2 0-15,-7 0 0 16,2-2 0-1,3 1 0-15,2-2 0 16,4 6 0 0,3-3 0-16,-3 0 0 15,-8 2 0-15,-6-3 0 16,3 2 0 0,4 2 0-16,-3-5 0 15,2 3 0 1,-7 3 0-16,2 0 0 15,-1-1 0 1,4 3 0-16,4 1 0 16,-2-4 0-16,-1 1 0 15,-2-2 0 1,-1 1 0-16,2-3 0 16,4-2 0-1,-3-1 0-15,-1 0 0 16,1 4 0-1,2-2 0-15,1 0 0 16,0 0 0 0,-8 1 0-16,0 2 0 15,5-3 0 1,-1 3 0-16,-1-1 0 16,-1 0 0-1,5 2 0-15,0-2 0 16,-3 1 0-16,1-1 0 15,-2 4 0 1,1-5 0-16,0 3 0 16,2 1 0-1,-6 2 0-15,2-1 0 16,3 1 0 0,1-1 0-16,-1-2 0 15,0 2 0-15,-3-1 0 16,0 1 0-1,3-1 0-15,2 0 0 32,0 0 0-32,-2-4 0 0,-6 5 0 15,7-4 0 1,-4 2 0-16,0-1 0 16,1-2 0-1,-5 1 0 1,-2 0 0-16,-54-4 0 15,56 5 0-15,-1-5 0 16,-55 0 0 0,47 3 0-16,-47-3 0 15,0 0 0-15,0 0 0 16,40 0 0 0,-40 0 0-16,0 0 0 15,18 1 0-15</inkml:trace>
  <inkml:trace contextRef="#ctx0" brushRef="#br0" timeOffset="25765.42">4990 11015 255 0,'0'52'0'0,"-2"-18"0"0,-3 11 0 0,3-8 0 0,0-5 0 0,2-9 0 0,0-3 0 0,0-4 0 0,2-4 0 0,0-4 0 0,1 1 0 0,1-1 0 16,2-7 0-1,1 2 0-15,2-1 0 16,-2-4 0-16,1-1 0 16,4-4 0-1,3-2 0 1,0-1 0-16,0-4 0 15,3 0 0-15,0 2 0 16,-2 0 0 0,1 4 0-16,3 0 0 15,1 1 0 1,-4 0 0-16,3 4 0 16,-20 3 0-1,26-7 0-15,-26 7 0 16,0 0 0-1,24-9 0-15,-24 9 0 16,0 0 0-16,0 0 0 16,24-9 0-1,-24 9 0-15,0 0 0 16,0 0 0-16,21-7 0 16,-21 7 0-1,0 0 0 1,0 0 0-16,20-8 0 15,-7-2 0-15</inkml:trace>
  <inkml:trace contextRef="#ctx0" brushRef="#br0" timeOffset="27004.78">5209 11238 255 0,'0'0'0'0,"0"0"0"0,0 0 0 0,0 0 0 0,0 0 0 0,0 0 0 0,0 0 0 16,0 0 0 15,0 0 0-31,0 0 0 0,18 0 0 15,18-4 0-15,4-4 0 16,1 0 0-16,-4-6 0 16,6 0 0-1,0-5 0 1,1 5 0-16,3 3 0 16,5-4 0-16,2 7 0 15,6-4 0 1,7 2 0-16,-2 5 0 15,-3-5 0 1,1 6 0-16,-3-2 0 16,1 5 0-16,-3 1 0 15,0 1 0 1,0 9 0-16,-1 0 0 16,1 2 0-16,-3 3 0 15,2-4 0 1,-4 2 0-16,1-3 0 31,0 0 0-31,-3-1 0 16,-1-5 0-1,0 3 0-15,3 0 0 16,0-3 0-16,7 1 0 16,2-4 0-16,-2 2 0 15,-2-2 0 1,-3 2 0-1,1-3 0-15,0 0 0 16,-1 0 0-16,-3 0 0 16,0 0 0-1,-3 0 0-15,3 0 0 16,1 0 0-16,7 0 0 16,2 0 0-1,-2 0 0-15,-2-4 0 16,1 0 0-16,-1-1 0 15,-4 1 0-15,-54 4 0 16,65 0 0 15,-3 2 0-31,0 3 0 0,-6 1 0 16,-2 1 0-16,-5 5 0 16,-6-4 0-1,-43-8 0-15,45 12 0 31,-45-12 0-31,0 0 0 16,44 5 0 0,-44-5 0-16,38-4 0 15,-7-13 0-15,-1-9 0 16,-8-5 0-16,-4-6 0 16,-5-6 0-1,-2 1 0-15,-3-2 0 16,-8 5 0-1</inkml:trace>
  <inkml:trace contextRef="#ctx0" brushRef="#br0" timeOffset="27639.06">7472 10380 255 0,'0'0'0'0,"0"0"0"0,0 0 0 0,-2-18 0 0,-10-23 0 0,1-11 0 0,5 0 0 0,0-13 0 16,14-13 0 0,9-7 0-16,14-7 0 15,16-2 0 1,10 2 0-16,10 0 0 16,7 6 0-16,2 11 0 15,-5 16 0 1,3 7 0-1,-2 10 0-15,-16 12 0 0,-20 13 0 16</inkml:trace>
  <inkml:trace contextRef="#ctx0" brushRef="#br0" timeOffset="28515.92">8830 8716 255 0,'0'0'0'0,"0"0"0"0,0 0 0 0,0 0 0 0,-16 4 0 0,-20 14 0 16,-2 16 0-16,9 7 0 15,9-1 0 1,11-1 0-16,11-3 0 16,7-2 0-1,11-9 0-15,7-5 0 16,6-3 0 0,15 2 0-16,-3-4 0 15,-45-15 0-15,39 16 0 16,-39-16 0-1,27 25 0-15,-14 1 0 16,-15 2 0 0,-15-2 0-16,-12 3 0 15,-18 0 0-15,-19-2 0 16,-5-4 0 0,-11-8 0-16,1-6 0 15,17-12 0-15,17-5 0 16,17-13 0-1,15-3 0-15,3 0 0 16</inkml:trace>
  <inkml:trace contextRef="#ctx0" brushRef="#br0" timeOffset="28929.14">9266 8457 255 0,'0'0'0'0,"-2"31"0"0,-5 15 0 0,0 12 0 0,-4 13 0 0,-9 11 0 15,2 0 0-15,16-14 0 16,11-16 0-1,9-12 0 1,6-9 0-16,14-7 0 16,7-10 0-16,3-7 0 15,-48-7 0-15,37-8 0 16</inkml:trace>
  <inkml:trace contextRef="#ctx0" brushRef="#br0" timeOffset="29281.17">9031 8724 255 0,'0'0'0'16,"0"0"0"-16,25-4 0 16,19 3 0-1,10-4 0 1,9 1 0-16,-63 4 0 15,62-7 0-15</inkml:trace>
  <inkml:trace contextRef="#ctx0" brushRef="#br0" timeOffset="29929.39">9930 8799 255 0,'0'0'0'0,"0"0"0"15,0 0 0-15,0 0 0 16,0 0 0 0,-11 0 0-1,-15 0 0-15,1 4 0 16,-2 10 0-1,5 11 0-15,-1 2 0 16,6 4 0-16,1 7 0 16,9-8 0-1,7-6 0 1,7-9 0-16,9-6 0 16,-1-9 0-16,3-8 0 15,4-1 0-15,1-10 0 16,2-1 0-1,-3-1 0-15,0 2 0 32,-4-1 0-32,-1 2 0 0,-3 5 0 15,-3 2 0-15,-1 6 0 32,-4 5 0-17,-2 9 0-15,-4 11 0 0,2 9 0 16,1 7 0-1,3 9 0 1,7-5 0-16,-13-40 0 16,17 26 0-1,-1-20 0-15,-1-6 0 16</inkml:trace>
  <inkml:trace contextRef="#ctx0" brushRef="#br0" timeOffset="30360.34">10251 8882 255 0,'0'0'0'0,"0"0"0"0,0 0 0 0,0 0 0 0,0 0 0 0,0 0 0 0,0 0 0 0,0 0 0 15,0 0 0-15,0 13 0 16,0 10 0-16,0-8 0 16,0-1 0-1,0-8 0-15,2-3 0 16,5-8 0-1,1-3 0-15,10-2 0 16,9-1 0 0,4 0 0-1,5 2 0-15,7 2 0 0,-7 7 0 16,-10 2 0 0,-8-2 0-1</inkml:trace>
  <inkml:trace contextRef="#ctx0" brushRef="#br0" timeOffset="30721.3">10946 8311 255 0,'0'0'0'16,"0"0"0"-16,0 0 0 15,0 0 0-15,0 0 0 16,0 0 0-16,0 23 0 31,-4 24 0-15,-2 14 0-16,-3 16 0 0,-6 11 0 15,9 0 0-15,1-11 0 32,1-12 0-32,4-10 0 15,0-55 0 1,0 0 0-16,0 0 0 16,-4 38 0-1,-4-15 0-15</inkml:trace>
  <inkml:trace contextRef="#ctx0" brushRef="#br0" timeOffset="30974.03">10726 8727 255 0,'0'0'0'0,"0"0"0"16,24 0 0 0,16 0 0-16,11 0 0 15,1 0 0-15,-3 0 0 16,-49 0 0 0,47-3 0-16</inkml:trace>
  <inkml:trace contextRef="#ctx0" brushRef="#br0" timeOffset="31340.28">12110 8724 255 0,'0'0'0'0,"0"0"0"15,4 27 0-15,-2 26 0 16,3 31 0 0,2 21 0-16,-1 7 0 15,1-14 0 1,-5-18 0 0,-2-80 0-16,0 0 0 0,-7 59 0 15</inkml:trace>
  <inkml:trace contextRef="#ctx0" brushRef="#br0" timeOffset="31804.32">11915 8569 255 0,'0'0'0'0,"0"0"0"0,23-5 0 15,12-2 0-15,15 1 0 16,3 2 0 0,10 4 0-16,6 6 0 31,-7 10 0-31,1 4 0 15,-6 4 0-15,-8 3 0 16,-49-27 0-16,40 36 0 16,-16 2 0-1,-15-5 0-15,-11-4 0 16,-9-6 0-16,-14-3 0 16,-6-2 0-1,-13-5 0 1,-3-3 0-16,-6-10 0 0,7-7 0 15,3-3 0 1,10-1 0-16,11-2 0 16,6 2 0-16</inkml:trace>
  <inkml:trace contextRef="#ctx0" brushRef="#br0" timeOffset="32324.72">12792 8669 255 0,'0'0'0'0,"0"0"0"0,0 0 0 0,0 0 0 0,-15 14 0 0,-18 13 0 0,1 14 0 0,7 9 0 16,7 11 0-16,13 3 0 15,15-13 0 1,8-15 0-16,9-7 0 16,11-13 0-16,2-7 0 15,2-12 0 1,3-10 0-16,-6-12 0 16,-8-6 0-16,-10-7 0 15,-7-4 0 1,-14-3 0-16,-14-6 0 15,-5 2 0 1,-12-1 0-16,-8 8 0 16,-1 15 0-1,9 16 0-15,-1 13 0 16,10 7 0-16,7 0 0 16</inkml:trace>
  <inkml:trace contextRef="#ctx0" brushRef="#br0" timeOffset="32594.94">13238 8701 255 0,'0'0'0'0,"-2"26"0"0,-2 17 0 0,2 9 0 0,0 0 0 0,-2 9 0 0,4-61 0 0,-7 49 0 15,-4-21 0-15</inkml:trace>
  <inkml:trace contextRef="#ctx0" brushRef="#br0" timeOffset="33500.78">13509 8626 255 0,'0'63'0'0,"0"-9"0"0,0 6 0 0,0-60 0 0,-2 67 0 0,2-67 0 0,0 0 0 0,0 0 0 0,-6 56 0 15,6-56 0 1,0 27 0-16,6-29 0 16,4-14 0-16,5-4 0 31,8-3 0-31,-1 0 0 15,4-1 0 1,-7 9 0-16,2 4 0 16,-6 11 0-16,-5 11 0 15,-2 9 0 1,-6 7 0-16,-4 10 0 16,0 6 0-1,0 0 0-15,2-43 0 16,0 0 0-16,0 32 0 15</inkml:trace>
  <inkml:trace contextRef="#ctx0" brushRef="#br0" timeOffset="33886.07">14156 8238 255 0,'0'0'0'0,"0"0"0"0,0 0 0 0,0 26 0 0,-10 30 0 0,-3 28 0 0,-5 25 0 32,-2 11 0-32,1-8 0 15,7-20 0-15,0-15 0 16,3-15 0-16,3-18 0 16,6-44 0-16,0 0 0 15,-10 25 0 1,1-15 0-16</inkml:trace>
  <inkml:trace contextRef="#ctx0" brushRef="#br0" timeOffset="34223.43">13841 8703 255 0,'0'0'0'0,"0"0"0"16,0 0 0-1,0 0 0-15,25 4 0 16,20 5 0-16,12 0 0 16,7 0 0-16,3 0 0 15,-8 1 0 1,-59-10 0 0,50 15 0-16</inkml:trace>
  <inkml:trace contextRef="#ctx0" brushRef="#br0" timeOffset="34716.69">13240 8470 255 0,'0'0'0'0,"0"0"0"0,0 0 0 16</inkml:trace>
  <inkml:trace contextRef="#ctx0" brushRef="#br0" timeOffset="41298.58">28804 7484 255 0,'-31'0'0'0,"14"0"0"16,1 2 0-16,3 8 0 15,3 3 0 1,1 5 0-16,5 1 0 0,2 6 0 31,2 4 0-15,-2 4 0-16,0 6 0 16,2 10 0-16,-5 5 0 15,-2 11 0 1,-2 14 0-16,-1 6 0 15,-1 10 0 1,0 3 0-16,-2 1 0 16,2-1 0-1,-2-2 0 1,-1 7 0-16,3-1 0 16,2 4 0-16,-5 4 0 15,4 1 0 1,3 9 0-16,-1-2 0 15,-2-2 0-15,-1 0 0 16,-3-4 0 0,6 2 0-16,1 0 0 15,2-2 0 1,3-2 0-16,4-1 0 16,1-4 0-16,-1-7 0 15,0-1 0 1,1-5 0-16,1-5 0 15,2-10 0 1,-6-4 0-16,-4-5 0 16,0-9 0-1,-3-17 0-15</inkml:trace>
  <inkml:trace contextRef="#ctx0" brushRef="#br0" timeOffset="44060.31">28879 7384 255 0,'-12'-57'0'0,"8"8"0"0,6-2 0 0,6 1 0 0,2 2 0 0,11-2 0 15,2 2 0-15,9-2 0 16,3 3 0-1,7 9 0-15,-5 2 0 16,1 5 0-16,5-5 0 16,4-15 0-1,-4-12 0 1,-10 0 0-16</inkml:trace>
  <inkml:trace contextRef="#ctx0" brushRef="#br0" timeOffset="44510.65">29610 5888 255 0,'0'0'0'0,"0"0"0"0,0 0 0 0,0 0 0 0,0 20 0 0,0 25 0 0,-2 22 0 16,-5 17 0-1,-1 16 0-15,1 4 0 16,-2-27 0-1,9-77 0 1,-15 50 0-16</inkml:trace>
  <inkml:trace contextRef="#ctx0" brushRef="#br0" timeOffset="44979">29867 5985 255 0,'0'0'0'15,"0"0"0"-15,-11 21 0 16,-9 15 0-1,2 11 0-15,7 5 0 16,7-4 0-16,4-48 0 16,6 45 0-1,-6-45 0 1,19 32 0-16,4-19 0 16,0-15 0-1,-1-13 0-15,-1-11 0 16,-5-3 0-16,-5-5 0 15,-7 0 0 1,-6-3 0-16,-11 5 0 16,0 15 0-16,-11 9 0 15,2 8 0 1,-3 5 0-16,4 7 0 16,2-4 0-1</inkml:trace>
  <inkml:trace contextRef="#ctx0" brushRef="#br0" timeOffset="45502.9">30262 5921 255 0,'0'0'0'0,"0"0"0"0,0 0 0 0,0 0 0 0,-10 4 0 0,-8 10 0 0,2 11 0 0,3 4 0 16,7 6 0-16,1 10 0 31,2-5 0-31,8-6 0 0,4-14 0 16,4-6 0-1,1-14 0 1,-1-10 0-16,2-12 0 16,-2-7 0-16,-2-3 0 15,-7-7 0 1,-1-4 0-16,-6 9 0 16,-1 12 0-16,-7 8 0 31,-8 7 0-31,4 3 0 0</inkml:trace>
  <inkml:trace contextRef="#ctx0" brushRef="#br0" timeOffset="45740.89">30512 6239 255 0,'0'0'0'0,"-12"29"0"16,-5 15 0-1,-3 1 0-15,1-4 0 16,-3-6 0-16,4-8 0 16,7-17 0 15,3-12 0-31,2-4 0 15</inkml:trace>
  <inkml:trace contextRef="#ctx0" brushRef="#br0" timeOffset="46036.97">30760 5729 255 0,'0'0'0'0,"0"0"0"16,0 0 0-1,0 0 0-15,-2 20 0 16,-8 22 0-16,4 10 0 15,-1-2 0 1,-3-4 0-16,-2-15 0 16,5-10 0-16</inkml:trace>
  <inkml:trace contextRef="#ctx0" brushRef="#br0" timeOffset="46461.27">30982 5773 255 0,'0'0'0'0,"0"0"0"31,0 0 0-31,-6 12 0 0,-11 15 0 16,6 4 0 0,2 3 0-1,9-1 0 1,5-4 0 0,1-5 0-16,5-10 0 0,4-6 0 15,-2-9 0-15,1-8 0 16,-4-7 0-1,-5-4 0-15,-7-3 0 16,-7-1 0 0,-7 0 0-16,1 6 0 15,-4 9 0 1,3 4 0-16,-2 7 0 0,8 1 0 16,0 1 0-1</inkml:trace>
  <inkml:trace contextRef="#ctx0" brushRef="#br0" timeOffset="46864.62">31279 5655 255 0,'0'0'0'0,"0"0"0"0,0 0 0 0,-11 13 0 0,-9 19 0 0,-4 11 0 15,5-1 0 1,9 2 0-1,8-1 0-15,8-8 0 0,5-14 0 16,5-8 0 0,6-11 0-16,0-10 0 15,3-11 0 1,-5-5 0-16,-4-4 0 16,-9-2 0-1,-14 0 0-15,-13 6 0 16,-5 3 0-16</inkml:trace>
  <inkml:trace contextRef="#ctx0" brushRef="#br0" timeOffset="56753.24">28139 7971 255 0,'0'0'0'0,"0"0"0"15,0 0 0-15,0 0 0 0,0 0 0 0,0 0 0 0,8 0 0 0,7-1 0 0,-3 1 0 0,-8 0 0 0,-6 4 0 0,-2-2 0 0,-3 3 0 0,0-5 0 16,1-3 0-16,1 1 0 15,-1-4 0 1,4-1 0-16,2 0 0 16,4-2 0-16,0 2 0 15,3 1 0 1,1 1 0 0,6 3 0-16,-3 0 0 15,-5 2 0 1,2 2 0-16,-4 2 0 15,-2-1 0-15,1-1 0 16,-3 0 0 0,-3 0 0-16,1-2 0 15,0 2 0-15,2-2 0 16,-2 0 0 0,2 2 0-16,0 2 0 15,-2 1 0 1,-4 3 0-16,2-2 0 15,0-2 0 1,-3 1 0-16,-1 0 0 16,3-4 0-16,-2-1 0 15,1-1 0 1,1-2 0-16,3 1 0 16,2-7 0-1,2 0 0 1,3-1 0-16,1 2 0 15,6 2 0-15,-1-1 0 16,-3 7 0 0,2 2 0-16,-6 3 0 15,-2 3 0-15,0-2 0 32,-4 2 0-32,2-3 0 0,2-3 0 15,-2-9 0-15,3-5 0 16</inkml:trace>
  <inkml:trace contextRef="#ctx0" brushRef="#br0" timeOffset="60773.36">27589 5322 255 0,'48'7'0'0,"-17"-6"0"0,2 3 0 0,3-1 0 0,12 3 0 0,-48-6 0 0,55 7 0 16,14 2 0-1,6-1 0-15,0-4 0 16,7 1 0-16,-9-3 0 16,-4-2 0-16,-6 0 0 15,7 2 0 1,4 0 0-16,8 0 0 16,6 0 0-1,-4-2 0-15,1 0 0 16,3 0 0-16,-1 0 0 15,1 0 0 1,-3-2 0-16,3 0 0 16,4 2 0-1,12-2 0-15,1 0 0 16,-3 0 0 0,-2 2 0-16,-3 0 0 15,2 0 0-15,1 2 0 31,-2-2 0-31,4 0 0 16,-4 0 0-16,1 2 0 16,-2 0 0-16,0 2 0 15,-6-1 0 1,1 1 0-16,2 1 0 16,3 0 0-1,-6-3 0-15,1 5 0 16,2-7 0-1,-1 0 0 1,-5 0 0-16,2-3 0 16,-1 3 0-16,-1 0 0 15,-10 0 0 1,0 3 0-16,3-3 0 0,2 2 0 16,-5 2 0-1,1 1 0-15,-4 0 0 31,-2 3 0-31,-2-4 0 16,-6 1 0-16,-2-2 0 0,-3-3 0 31,-2 0 0-31,-58 0 0 16,56-3 0 0,-56 3 0-16,0 0 0 15,0 0 0 1,47 3 0-16,-47-3 0 0,0 0 0 15,0 0 0 1,20 0 0 0</inkml:trace>
  <inkml:trace contextRef="#ctx0" brushRef="#br0" timeOffset="61136.48">32865 5257 255 0,'0'0'0'0,"0"0"0"0,0 0 0 0,0 0 0 16,0 0 0-16,0 0 0 15,0 0 0 1,21 4 0-1,17 9 0-15,10 10 0 16,-4 6 0-16,0 0 0 16,-44-29 0-1,37 37 0-15,-20-1 0 16,-17 4 0-16,-22-1 0 16,-19 3 0-1,-28 8 0 1,-34 1 0-16,-6-10 0 15</inkml:trace>
  <inkml:trace contextRef="#ctx0" brushRef="#br0" timeOffset="62756.45">27732 5376 255 0,'-19'-8'0'0,"12"7"0"0,2-2 0 0,1-2 0 0,-1 1 0 0,3 2 0 0,-2-1 0 0,0 2 0 0,-1-5 0 0,1 2 0 15,1 1 0-15,-2-3 0 16,1 5 0-16,-2-4 0 16,-3 3 0-16,0 0 0 15,0-1 0 1,0 3 0-16,3 0 0 15,-2 3 0 1,2 1 0 0,4 2 0-16,-4 6 0 15,2 3 0-15,-2 8 0 16,0 2 0 0,0 7 0-1,-1 7 0-15,-1 14 0 0,-6 17 0 16,1 9 0-1,-3 8 0 1,1 3 0-16,-3 9 0 16,-2 2 0-1,-2 0 0-15,0 2 0 0,5 6 0 16,-1 15 0 0,-5 9 0-16,6 8 0 31,-3 4 0-31,-7 8 0 0,2-2 0 31,-5 4 0-31,-1 2 0 16,2 6 0-16,-2 6 0 15,-2 10 0 1,4 2 0 0,-8-2 0-16,2-2 0 0,6 1 0 15,2 4 0-15,6-1 0 16,-4 0 0-1,2 1 0 1,4-5 0-16,-7-8 0 16,2 0 0-16,6 0 0 15,2-2 0-15,0-4 0 16,1-6 0 0,-1-13 0-16,3-6 0 31,-1-17 0-31,1-19 0 15,4-10 0 1,1-11 0-16,2-10 0 16,2-10 0-16,2-7 0 15,-1-3 0-15,3-6 0 16,3-2 0-16,5 1 0 31,-1-2 0-31,-7-42 0 16,0 43 0-16,0-43 0 15,-7 32 0-15</inkml:trace>
  <inkml:trace contextRef="#ctx0" brushRef="#br0" timeOffset="63202.36">26543 11525 255 0,'0'0'0'0,"0"0"0"0,0 0 0 0,0 0 0 0,0 19 0 0,-4 27 0 0,-1 11 0 0,5 20 0 16,7 19 0-16,1 9 0 0,1-18 0 15,5-21 0 1,-14-66 0-16,0 0 0 15,15 39 0 1,3-32 0 0,3-26 0-16,4-18 0 15,21-24 0-15,25-24 0 16,21-8 0 0,-17 21 0-16</inkml:trace>
  <inkml:trace contextRef="#ctx0" brushRef="#br0" timeOffset="64012.37">30719 5055 255 0,'71'-32'0'0,"4"-5"0"0,42-14 0 0,43-10 0 0,-10 10 0 0,-51 18 0 0,-47 4 0 0,-37-1 0 15,-10 13 0-15</inkml:trace>
  <inkml:trace contextRef="#ctx0" brushRef="#br0" timeOffset="64209.5">31016 4770 255 0,'0'0'0'0,"20"29"0"15,11 20 0-15,13 23 0 16,17 26 0-16,1 16 0 16,-22-28 0-16</inkml:trace>
  <inkml:trace contextRef="#ctx0" brushRef="#br0" timeOffset="65403.71">25878 7185 255 0,'-11'-11'0'0,"9"8"0"0,0 0 0 0,6 24 0 0,2 23 0 0,5 25 0 0,12 15 0 0,6 8 0 15,-29-92 0-15,31 83 0 16,-31-83 0-16,34 39 0 16,-3-39 0-1,-4-19 0-15,-2-16 0 16,10-14 0-1,5-16 0-15,4-9 0 16,-44 74 0 0,0 0 0-16,0 0 0 15,25-51 0-15,-25 38 0 16,-6 30 0 0,2 15 0-1,-3 11 0-15,7 19 0 16,5 23 0-16,9 18 0 15,13 13 0 1,4-3 0-16,-2-2 0 16,-1-11 0-1,-7-13 0-15,-12-4 0 16,-9-13 0-16,-5-8 0 16,-10 2 0-1,-10-2 0 1,-9-6 0-16,-11 0 0 0,-17 0 0 15,-10-8 0 1,-3-11 0-16,-11-13 0 16,3-11 0-1,7-13 0-15,9-11 0 16,16-4 0 0,18-11 0-16,18-12 0 15,30-8 0 1,27-20 0-16,47-29 0 15,57-26 0 1,-18 29 0 0</inkml:trace>
  <inkml:trace contextRef="#ctx0" brushRef="#br0" timeOffset="82357.85">9138 11153 255 0,'8'30'0'0,"-4"-9"0"0,-2 6 0 0,0 2 0 0,0 5 0 0,1 2 0 16,-1 12 0 0,-2-6 0-16,0-42 0 31,0 0 0-31,0 0 0 0,-2 37 0 15,2-37 0 1,0 0 0-16,0 0 0 16,2 29 0-1,5-17 0-15,4-9 0 16,2-3 0-16,3-5 0 16,-1 1 0-1,5-6 0 1,3 4 0-16,-3-3 0 15,2-1 0-15,1 2 0 16,4-1 0 0,2-1 0-16,0 2 0 15,4 0 0-15,3-3 0 32,7 0 0-32,0-1 0 0,1 7 0 31,3-2 0-31,-47 7 0 15,57-4 0-15,11 1 0 16,0 3 0 0,-4-2 0-16,-3 2 0 15,-3-2 0-15,3-3 0 16,-3 1 0 0,3-1 0-16,-3 4 0 15,0-5 0 1,3 6 0-16,-2-2 0 15,6-2 0 1,-65 4 0-16,74-5 0 16,9-1 0-1,-5 2 0-15,-4-4 0 16,-7 2 0 0,-10-1 0-16,0 3 0 0,1 0 0 15,3-1 0-15,-3 5 0 31,-3-3 0-15,2 1 0-16,-3 0 0 16,1 0 0-16,-55 2 0 15,63-2 0-15,5 0 0 32,-8 4 0-32,-5 0 0 0,-1 0 0 0,-2 2 0 15,-5 1 0 16,-47-5 0-31,51 7 0 16,3-1 0 0,-54-6 0-1,60 9 0-15,-1 1 0 16,-11-1 0-16,-48-9 0 16,48 8 0-1,-1 3 0-15,-4-2 0 16,-4-2 0-16,1 1 0 15,-40-8 0 1,46 0 0-16,-2-3 0 16,-44 3 0-1,43-5 0-15,-5-6 0 16,-38 11 0 0,37-12 0-16,-37 12 0 15,37-17 0 1,-37 17 0-16,0 0 0 15,31-27 0-15,-2-5 0 16,-7-2 0 0,-1-7 0-1,-6-4 0-15,-15 45 0 0,13-51 0 16,-13 51 0 0,0 0 0-1,0 0 0-15,9-54 0 16</inkml:trace>
  <inkml:trace contextRef="#ctx0" brushRef="#br0" timeOffset="83310.7">12902 10310 255 0,'0'0'0'0,"0"0"0"0,0 0 0 0,0 0 0 0,0-13 0 0,-4-19 0 0,6-5 0 16,7-12 0 0,9-5 0-16,7-11 0 15,10-6 0 1,5-4 0-16,5 0 0 16,0 7 0-16,7 10 0 15,3 1 0 1,3 5 0-16,12 3 0 15,-2 6 0 1,-6 5 0-16,2 12 0 16,-3 7 0-1,0 8 0 1,-4 9 0-16,2 6 0 0,-2 8 0 16,1 7 0-1,1 6 0-15,1 5 0 16,1 1 0-1,6 3 0-15,9-3 0 16,-2-2 0 0,-2-2 0-16,3-4 0 31,5-4 0-31,-1-4 0 16,11-2 0-1,10-4 0-15,-3 3 0 16,-1-5 0-16,3-3 0 15,-2-6 0 1,-4-7 0-16,3-9 0 16,0-11 0-1,-2-9 0 1,0-11 0-16,-2-9 0 16,4-20 0-16,8-16 0 15,2-12 0 1,4-5 0-16,-11 3 0 15,-8 8 0-15,-5 9 0 16,-13 7 0 0,-2 13 0-16,-10 11 0 15,-9 10 0 1,-15 10 0-16</inkml:trace>
  <inkml:trace contextRef="#ctx0" brushRef="#br0" timeOffset="84390.56">17321 8186 255 0,'0'0'0'0,"0"0"0"0,0 0 0 0,0 0 0 0,0 0 0 0,0 0 0 0,-2 21 0 31,-9 18 0-31,-6 16 0 0,-9 18 0 16,-5 14 0-16,0 12 0 16,4-12 0-1,11-7 0-15,10-13 0 16,4-16 0-1</inkml:trace>
  <inkml:trace contextRef="#ctx0" brushRef="#br0" timeOffset="84676.92">17563 8654 255 0,'0'0'0'15,"0"0"0"-15,0 0 0 16,0 27 0-1,-5 19 0 1,1 10 0-16,0 3 0 16,-10-18 0-1,-1-20 0-15</inkml:trace>
  <inkml:trace contextRef="#ctx0" brushRef="#br0" timeOffset="84836.16">17525 8465 255 0,'0'0'0'16,"0"0"0"0,0 0 0-16,0 0 0 15</inkml:trace>
  <inkml:trace contextRef="#ctx0" brushRef="#br0" timeOffset="85300.25">17825 8576 255 0,'0'0'0'16,"0"0"0"-16,0 27 0 15,0 15 0 1,0 10 0 0,0 4 0-16,0-10 0 15,0-18 0 1,0-12 0-16,0-9 0 0,2-12 0 15,6-8 0 1,9-6 0 0,5-9 0-16,3 0 0 15,4-4 0-15,-3 8 0 16,-1 8 0 0,-10 9 0-16,-5 7 0 15,-10 11 0 1,-6 11 0-16,0 9 0 15,-5 6 0 1,3 10 0-16,4-4 0 16,4-43 0-1,0 31 0-15</inkml:trace>
  <inkml:trace contextRef="#ctx0" brushRef="#br0" timeOffset="85807.52">18232 8845 255 0,'0'0'0'0,"0"0"0"0,0 0 0 0,0 0 0 0,0 0 0 0,19-8 0 0,14-14 0 15,2-8 0 16,-1-2 0-15,-7 3 0-16,-4 0 0 0,-8-2 0 16,-11 12 0-1,-6-2 0-15,-2 8 0 16,-7 6 0 0,-7 10 0-16,-6 7 0 15,0 13 0-15,-2 6 0 16,3 16 0-1,12 2 0-15,8 2 0 16,11-1 0 0,11-4 0-16,17-8 0 15,12-12 0 1,1-9 0-16</inkml:trace>
  <inkml:trace contextRef="#ctx0" brushRef="#br0" timeOffset="96142.06">19559 8304 255 0,'-11'-24'0'0,"7"16"0"0,-2 8 0 0,2 16 0 0,2 12 0 0,-3 13 0 0,-3 28 0 0,-8 16 0 0,-4 15 0 0,2 3 0 0,5-20 0 16,13-83 0-1,-9 65 0 1,9-65 0-16,0 0 0 16,-7 26 0-16,2-32 0 15,-2-14 0 1,0-5 0 0,1-9 0-16,1 1 0 15,1 0 0-15,-3-19 0 16,3 14 0-16,4 11 0 15,0 14 0 1,-2 9 0 0,2-2 0-16,2 6 0 15,2 2 0-15,9 7 0 16,10 0 0 0,5 3 0-16,7-2 0 15,7-2 0 1,1 3 0-1,-43-11 0-15,41 9 0 16</inkml:trace>
  <inkml:trace contextRef="#ctx0" brushRef="#br0" timeOffset="96581.37">19905 8639 255 0,'0'0'0'0,"0"0"0"16,0 0 0-16,0 0 0 0,-11 19 0 0,-11 24 0 0,5 17 0 31,5 14 0-31,10 9 0 0,11-8 0 16,-9-75 0-1,28 54 0-15,11-29 0 0,-4-25 0 32,0-21 0-17,-2-12 0-15,-2-11 0 16,-2-16 0-1,-11-4 0-15,-13 2 0 16,-15 6 0-16,-9 12 0 16,-10 14 0-1,0 17 0-15,6 10 0 16,8 10 0 0,3 4 0-16</inkml:trace>
  <inkml:trace contextRef="#ctx0" brushRef="#br0" timeOffset="97272.32">21324 8228 255 0,'0'0'0'0,"0"0"0"0,0 0 0 0,0 0 0 0,0 0 0 0,0 0 0 0,0 0 0 15,-9 21 0-15,-11 22 0 16,-6 21 0 0,1 22 0-16,-4 23 0 15,2 16 0-15,8-2 0 0,17-27 0 31,2-20 0-31,0-25 0 0</inkml:trace>
  <inkml:trace contextRef="#ctx0" brushRef="#br0" timeOffset="97904.56">21674 8497 255 0,'0'0'0'15,"0"0"0"-15,0 0 0 16,0 0 0-16,0 0 0 16,0 0 0-1,-14 11 0 1,-15 13 0-16,-2 8 0 0,2 7 0 16,-1 0 0-1,6 7 0 1,4 0 0-16,7 5 0 15,7 3 0-15,6 2 0 16,6-4 0-16,4-12 0 16,11-9 0-1,-21-31 0-15,31 21 0 16,7-13 0 0,0-8 0-1,-3-8 0-15,-3-9 0 16,-3-2 0-1,-2-4 0-15,-2-4 0 16,2-8 0-16,-6-6 0 16,-4 1 0-16,-9-3 0 15,-4-2 0 1,-4 3 0 0,-10-5 0-16,-9 3 0 15,-4-3 0-15,-4 2 0 16,-3 3 0-1,5 10 0-15,3 12 0 16,-2 12 0-16,2 3 0 16</inkml:trace>
  <inkml:trace contextRef="#ctx0" brushRef="#br0" timeOffset="99273.92">22183 9032 255 0,'0'69'0'0,"-10"-12"0"0,-11 11 0 0,-14 1 0 0,-10-2 0 15,-5-11 0-15,50-56 0 0,-37 37 0 16,12-34 0 0,10-5 0-16</inkml:trace>
  <inkml:trace contextRef="#ctx0" brushRef="#br0" timeOffset="99641.06">22502 8864 255 0,'0'0'0'0,"0"0"0"16,0 0 0-16,19 0 0 16,20 0 0-16,9 0 0 15,3 0 0 1,-12 0 0-16,-8-2 0 15,-8 0 0-15</inkml:trace>
  <inkml:trace contextRef="#ctx0" brushRef="#br0" timeOffset="99903.21">23092 8603 255 0,'0'0'0'0,"0"0"0"16,-4 23 0-16,-8 20 0 31,-7 20 0-31,-2 18 0 16,-1 14 0-16,0 2 0 15,1-25 0-15,21-72 0 16,-4 47 0 0</inkml:trace>
  <inkml:trace contextRef="#ctx0" brushRef="#br0" timeOffset="100976.33">23457 8582 255 0,'0'0'0'0,"0"0"0"16,0 0 0-16,0 0 0 15,0 0 0 1,0 0 0-16,0 0 0 16,0 0 0-1,0 0 0-15,0 0 0 16,0 0 0-1,0 0 0-15,0 0 0 16,0 0 0-16,0 0 0 16,0 0 0-1,0 0 0-15,0 0 0 16,0 0 0 0,0 0 0-1,0 0 0-15,0 0 0 16,0 0 0-16,0 0 0 15,0 0 0 1,0 0 0-16,0 0 0 16,0 0 0-16,0 0 0 15,0 0 0 1,0 0 0 0,0 0 0-16,0 0 0 15,0 0 0-15,0 0 0 16,0 0 0-1,0 0 0-15,0 0 0 16,0 0 0-16,0 0 0 16,0 0 0-1,-16 11 0 1,-17 12 0-16,-7 10 0 16,0 3 0-16,9 6 0 15,5 7 0 1,4 12 0-16,4 4 0 15,9 0 0-15,9-8 0 16,11-3 0 0,9-8 0-16,3-13 0 15,6-11 0 1,9-11 0-16,4-13 0 16,5-16 0-1,-1-15 0 1,9-16 0-16,-1-15 0 15,-12-7 0-15,-13 1 0 16,-11 4 0 0,-16 7 0-16,-18 4 0 15,-13 6 0-15,-11 17 0 16,-8 14 0 0,-7 18 0-1,-13 9 0-15,12 2 0 16</inkml:trace>
  <inkml:trace contextRef="#ctx0" brushRef="#br0" timeOffset="102152.66">18438 9528 255 0,'7'71'0'0,"-3"-8"0"0,-2 6 0 0,0 5 0 0,-2-5 0 0,3-8 0 0,-3-61 0 15,-3 54 0-15,3-54 0 0,-8 51 0 16,8-51 0-1,0 0 0-15,0 0 0 16,-9 35 0-16,9-35 0 31,-9 18 0-31,0-21 0 16,5-6 0 0,-1-14 0-1,3-7 0-15,2-9 0 0,2-8 0 16,3-3 0-1,5 3 0-15,13 3 0 0,6 3 0 32,4 6 0-32,8 0 0 15,4 12 0 1,-3 2 0 0,5 8 0-16,-47 13 0 0,57-8 0 46,7 5 0-14,-13 6 0-32</inkml:trace>
  <inkml:trace contextRef="#ctx0" brushRef="#br0" timeOffset="102687.63">19169 9869 255 0,'0'0'0'0,"0"0"0"0,0 0 0 0,0 0 0 0,5-14 0 16,8-25 0-16,8-8 0 16,-6 3 0-16,-3 2 0 15,-8 8 0 1,0 3 0-16,-4 10 0 15,-6 9 0 1,-6 8 0 0,1 16 0-16,0 10 0 15,0 13 0-15,4 17 0 16,7 4 0-16,7-1 0 31,15-5 0-31,9-13 0 16,1-18 0-16,8-14 0 15,3-15 0-15,-3-10 0 16,-2-11 0 0,-2-7 0-16,-7-2 0 15,-7 7 0-15</inkml:trace>
  <inkml:trace contextRef="#ctx0" brushRef="#br0" timeOffset="102955.94">19736 9129 255 0,'0'0'0'16,"0"0"0"-16,0 0 0 16,0 0 0-1,0 0 0-15,-3 28 0 0,-8 30 0 16,-4 24 0-1,-4 20 0-15,2 5 0 16,-3-7 0-16,3-11 0 16,5-13 0 15,5-15 0-31,7-61 0 0,-7 37 0 0</inkml:trace>
  <inkml:trace contextRef="#ctx0" brushRef="#br0" timeOffset="104305.34">20038 9702 255 0,'0'0'0'0,"0"0"0"0,0 0 0 0,0 0 0 0,0 0 0 0,0 0 0 0,0 0 0 0,-12 0 0 0,-14 3 0 15,0 3 0 1,-4 8 0-16,-1 13 0 16,-6 13 0-1,2 12 0-15,8 5 0 16,27-57 0-1,-15 49 0-15,15-49 0 16,6 35 0-16,13-26 0 16,0-14 0-1,8-13 0-15,0-7 0 16,6-11 0-16,-6 4 0 16,1 2 0-1,-4 7 0-15,-9 14 0 16,1 6 0-1,-3 18 0-15,1 12 0 32,-1 6 0-32,7 4 0 15,-20-37 0-15,24 31 0 16,8-18 0-16,-3-20 0 31,-2-13 0-31,2-16 0 0,0-7 0 16,4-10 0-16,26-62 0 15,-3-9 0 1,-2 8 0-16,-9 17 0 16,-14 17 0-1,-6 21 0-15,-25 61 0 16,18-45 0 0,-18 45 0-16,0 0 0 15,6-29 0-15,-10 19 0 16,0 20 0-1,-4 9 0 1,0 17 0 0,-3 20 0-16,-5 16 0 0,1 19 0 15,-1 14 0 1,5-10 0 0,0-11 0-16,5-12 0 15,6-9 0-15,0-63 0 16,0 0 0-1,0 0 0-15,4 47 0 16,-4-47 0 0,0 0 0-16,-2 22 0 15,0-26 0-15,0-12 0 16,2-13 0 0,-5-10 0-16,-5-12 0 15,-2 0 0-15,1 7 0 31,11 44 0-31,-16-39 0 0,-3 13 0 32,3 7 0-32,1 8 0 15,8 8 0 1,7 3 0-16,4 0 0 16,7 2 0-16,12-4 0 15,8-5 0 1,2 0 0-1,6 0 0-15,-39 7 0 16,47 0 0 0,-7 13 0-16,-11 11 0 15,-7 16 0-15,-9 9 0 16,-3 2 0 0,-5 4 0-16,1 5 0 15,-6-60 0 1,0 0 0-1,0 0 0-15,5 41 0 16,-1-36 0-16,-4-26 0 16,2 0 0-16</inkml:trace>
  <inkml:trace contextRef="#ctx0" brushRef="#br0" timeOffset="104464.46">20814 9371 255 0</inkml:trace>
  <inkml:trace contextRef="#ctx0" brushRef="#br0" timeOffset="104766.61">20950 9625 255 0,'0'72'0'16,"0"-15"0"-16,0 14 0 15,0 16 0 1,5-6 0-1,-5-81 0-15,0 0 0 16,0 0 0 0,7 57 0-16,-7-57 0 15,9 19 0-15,9-34 0 16,6-14 0 0,3-17 0-16,9-8 0 15,7-15 0-15,5-11 0 16,-4-7 0-1,-19 26 0 1</inkml:trace>
  <inkml:trace contextRef="#ctx0" brushRef="#br0" timeOffset="105226.9">21355 9821 255 0,'0'0'0'0,"0"0"0"0,0 0 0 0,0 0 0 0,0 0 0 16,16 0 0-1,14 0 0-15,-3-9 0 32,0-7 0-32,-6-9 0 0,-3-1 0 31,-7 1 0-31,-3 2 0 16,-8 4 0-16,-8 3 0 15,0 10 0 1,-5 10 0-16,-12 11 0 15,0 12 0 1,1 23 0-16,4 21 0 16,12 22 0-1,33 12 0-15,27-20 0 16,25-20 0-16,9-24 0 16,-26-24 0-1</inkml:trace>
  <inkml:trace contextRef="#ctx0" brushRef="#br0" timeOffset="121322.45">18711 10431 255 0,'80'-2'0'0,"-24"1"0"0,24-12 0 0,22-4 0 0,14-6 0 0,8 3 0 0,0 3 0 0,10 0 0 0,-6 4 0 0,-1-3 0 0,4 2 0 0,-8-3 0 0,-9 2 0 15,0 0 0-15,-9 5 0 16,-20 7 0-16,-14 3 0 16,-15 7 0-1,-15 4 0-15,-41-11 0 16,26 12 0 0</inkml:trace>
  <inkml:trace contextRef="#ctx0" brushRef="#br0" timeOffset="122038.91">19751 10625 255 0,'0'0'0'0,"0"0"0"0,0 0 0 0,0 0 0 0,0 0 0 0,0 0 0 0,0 0 0 16,0 0 0-1,0 0 0-15,0 0 0 16,0 0 0-16,0 0 0 15,0 0 0 1,-2 3 0-16,-7 1 0 16,5-1 0-1</inkml:trace>
  <inkml:trace contextRef="#ctx0" brushRef="#br0" timeOffset="122995.17">19861 10437 255 0,'0'0'0'0,"0"0"0"0,0 0 0 0,0 0 0 0,0 0 0 0,0 0 0 0,0 0 0 0,0 0 0 0,0 0 0 0,0 0 0 0,0 0 0 16,0 0 0-1,0 0 0-15,0 18 0 16,0 20 0-16,-2 15 0 16,-4 5 0-1,-6 6 0-15,-3-1 0 16,15-63 0-1,-16 56 0-15,16-56 0 16,0 47 0 0,16-14 0-16,-16-33 0 15,31 20 0 1,11-11 0-16,-2-9 0 16,-1-9 0-1,-10-2 0-15</inkml:trace>
  <inkml:trace contextRef="#ctx0" brushRef="#br0" timeOffset="123280.86">20378 10675 255 0,'0'0'0'16,"0"0"0"-16,0 0 0 31,0 0 0-31,0 0 0 16,0 0 0-16,0 0 0 16,0 25 0-1,0 26 0-15,0 13 0 16,0 13 0-16,0 7 0 15,0-7 0 1,0-77 0-16,0 0 0 16,0 61 0-16</inkml:trace>
  <inkml:trace contextRef="#ctx0" brushRef="#br0" timeOffset="123759.12">20241 10990 255 0,'0'0'0'15,"0"0"0"1,0 0 0-16,0 0 0 15,20-2 0-15,20-7 0 16,11 3 0-16,-5 1 0 16,-3 2 0-16,-6 2 0 15,2-2 0 1,-39 3 0 0,45 3 0-16,-45-3 0 15,42 12 0-15,-42-12 0 16,33 23 0-1,-15 4 0 1,-18-27 0-16,2 25 0 16,-11-1 0-1,-6-3 0-15,-10-3 0 16,-4-7 0-16,-2-2 0 16,-4-5 0-1,-6-2 0 1,10-8 0-16,6-5 0 15,7-1 0-15</inkml:trace>
  <inkml:trace contextRef="#ctx0" brushRef="#br0" timeOffset="124742.48">20984 10979 255 0,'0'0'0'0,"0"0"0"0,0 0 0 0,0 0 0 0,0 0 0 0,0 0 0 16,0 0 0-16,0 0 0 15,-11 0 0 1,-12 0 0-16,6 0 0 16,1 0 0-1,10 1 0-15,3 4 0 16,8-2 0-16,6-1 0 15,2 0 0 1,5-4 0-16,6-8 0 16,1-2 0-1,-2-7 0-15,-3 0 0 16,0-1 0 0,-4-3 0-16,-9 3 0 15,-5 4 0 1,-11 3 0-1,-5 6 0-15,-8 10 0 16,-3 13 0-16,-4 12 0 16,-2 17 0-16,2 12 0 31,15 5 0-31,19-18 0 16,13-16 0-16,6-23 0 15,1-9 0-15,6-12 0 16,1-8 0-1,6-9 0-15,4-1 0 16,5-3 0 0,-4 2 0-16,4 11 0 15,-47 24 0 1,42-22 0-16,-42 22 0 16,0 0 0-16,0 0 0 15,40-17 0-15,-40 17 0 31,0 0 0-31,24-18 0 0,-24 18 0 16,8-12 0 0,-16 3 0-16,8 9 0 15,-15-4 0-15,-7 4 0 16,-1 4 0 0,1 6 0-1,0 13 0-15,2 6 0 16,5 7 0-1,3 7 0-15,6-4 0 0,10-7 0 16,10-9 0 0,5-9 0-1,8-5 0-15,2-12 0 16,6-6 0-16,7-9 0 16,-2-4 0 15,-11-1 0-31</inkml:trace>
  <inkml:trace contextRef="#ctx0" brushRef="#br0" timeOffset="125672.75">21748 10807 255 0,'0'0'0'0,"0"0"0"0,0 0 0 0,0 0 0 0,0 0 0 15,0 0 0 1,-16 4 0-16,-18 11 0 16,-2 17 0-1,5 2 0-15,5 8 0 16,1 4 0 0,6 2 0-16,12-7 0 15,7-9 0 1,0-32 0-16,12 18 0 15,2-12 0-15,1-12 0 16,8-12 0 0,-5-3 0-16,-1-10 0 15,4-10 0 1,-2 1 0-16,-1 4 0 16,-7 9 0-1,-4 12 0-15,0 5 0 16,-7 13 0-16,0 12 0 15,0 12 0 1,0 9 0-16,0 11 0 16,0-47 0-1,7 45 0-15,11-15 0 16,2-16 0-16,-4-19 0 16,1-14 0-1,8-5 0 1,-3-8 0-16,9-9 0 15,-1 1 0 1,-3 7 0-16,-5 4 0 16,-4 9 0-1,-7 7 0-15,-4 2 0 16,-2 4 0-16,-3 5 0 16,-2 4 0-1,-7 6 0-15,-2 11 0 16,0 0 0-1,3 6 0-15,-1 4 0 16,2 1 0-16,5-7 0 16,0 0 0-1,0-5 0-15,2-5 0 16,-2-13 0 0,7 5 0-16,6-10 0 15,1-8 0-15,-1-7 0 31,3-2 0-15,-1-5 0-16,-15 27 0 0,0 0 0 16,0 0 0-1,16-23 0-15,-16 23 0 16,15-8 0-16,-4 14 0 16,0 13 0-1,-7 10 0-15,3 4 0 16,1-1 0-16,4 3 0 15,-12-35 0 1,13 25 0-16,-1-15 0 16</inkml:trace>
  <inkml:trace contextRef="#ctx0" brushRef="#br0" timeOffset="126194.05">22459 10826 255 0,'-41'39'0'0,"14"-10"0"0,9-4 0 15,12-8 0-15,10 0 0 0,6-5 0 16,5 2 0 0,9-3 0-1,3-4 0-15,3 3 0 0,1-3 0 16,-4-2 0 0,-7 0 0-16,-9 1 0 15,-6-1 0-15,-14 4 0 16,-11 4 0-1,-11 1 0-15,-7-3 0 16,-15 6 0 0,-5-1 0-16,58-16 0 15,0 0 0-15,0 0 0 16,-51 14 0 0</inkml:trace>
  <inkml:trace contextRef="#ctx0" brushRef="#br0" timeOffset="126701.36">22732 10965 255 0,'0'0'0'0,"0"0"0"0,0 0 0 0,0 0 0 0,0 0 0 0,14-16 0 15,7-16 0 1,-1-11 0-1,-11 7 0 1,-5 9 0-16,-10 12 0 0,-11 8 0 0,-2 10 0 31,-3 13 0-15,0 19 0-16,6 16 0 16,14 12 0-16,17-5 0 15,16-18 0-15,12-20 0 16,2-20 0-1,5-15 0-15,5-15 0 16,13-15 0 0,7-8 0-16,11-12 0 15,-10-2 0-15,-7 3 0 16,-17 12 0-16</inkml:trace>
  <inkml:trace contextRef="#ctx0" brushRef="#br0" timeOffset="126978.03">23923 9963 255 0,'0'0'0'16,"0"0"0"-16,0 0 0 15,0 30 0 1,-10 35 0-16,-9 42 0 16,-20 54 0-1,-6 23 0-15,5-15 0 16,11-23 0-16,9-25 0 16,5-37 0-1,5-41 0-15</inkml:trace>
  <inkml:trace contextRef="#ctx0" brushRef="#br0" timeOffset="127424.5">24240 10630 255 0,'0'0'0'0,"0"0"0"16,0 0 0-1,0 0 0-15,-19 16 0 16,-16 17 0 0,-3 19 0-16,0 17 0 15,1 21 0 1,16 4 0-16,21-18 0 15,17-22 0 1,2-26 0-16,3-17 0 16,5-11 0-1,-2-13 0-15,1-16 0 16,5-15 0-16,1-15 0 16,-7-7 0-1,-14 4 0-15,-16 8 0 16,-12 13 0-16,-1 18 0 15,1 18 0 1,-5 10 0-16,7 9 0 16,-1 4 0-1,5-4 0-15</inkml:trace>
  <inkml:trace contextRef="#ctx0" brushRef="#br0" timeOffset="127867.9">24482 10630 255 0,'0'0'0'0,"-5"33"0"0,-6 21 0 0,0 21 0 16,2 11 0-1,9-86 0-15,0 0 0 16,0 0 0-16,-6 58 0 15,6-48 0 1,4-31 0 0,7-12 0-16,5-4 0 15,8-7 0 1,2 4 0 0,-1 7 0-16,-2 10 0 15,-9 16 0-15,-8 16 0 0,-3 18 0 16,1 11 0-1,-6 14 0 1,2-52 0 0,0 0 0-1,0 0 0-15,-5 42 0 16,5-15 0-16,3-18 0 16,8-16 0-16,9-11 0 15,4-11 0 1,9-11 0-16,-2 4 0 15</inkml:trace>
  <inkml:trace contextRef="#ctx0" brushRef="#br0" timeOffset="128392.48">24943 10704 255 0,'0'0'0'0,"0"0"0"0,0 0 0 0,0 0 0 0,0 0 0 0,0 0 0 15,0 0 0-15,15-12 0 16,12-13 0 0,4-12 0-16,-6 4 0 15,-9 1 0-15,-12 14 0 16,-6 3 0-1,-8 8 0-15,-5 11 0 16,-9 17 0 0,-5 14 0-16,-2 30 0 15,3 31 0 1,11 12 0-16,9-19 0 16,26-31 0-16,12-35 0 15,-3-28 0 1,-2-15 0-16,2-6 0 15,1-13 0-15</inkml:trace>
  <inkml:trace contextRef="#ctx0" brushRef="#br0" timeOffset="128693.6">25327 10536 255 0,'0'0'0'16,"0"0"0"-16,0 0 0 0,0 5 0 31,-2 11 0-31,-2 6 0 15,-5 10 0-15,1 3 0 16,-9 10 0-16,-4 0 0 16,21-45 0-1,0 0 0-15,-19 35 0 16,7-14 0 0,12-17 0-1,16-13 0-15,9-9 0 16,11-3 0-16,14-4 0 15,9-6 0-15,7 6 0 16,-1 0 0 0,-65 25 0-16,54-23 0 15,-14 1 0-15</inkml:trace>
  <inkml:trace contextRef="#ctx0" brushRef="#br0" timeOffset="129808.54">25131 11334 255 0,'0'0'0'15,"0"0"0"-15,0 0 0 0,-2-15 0 0,-9-17 0 0,-4 2 0 0,-7-1 0 0,-7 6 0 16,-5 4 0-16,-8 10 0 15,0 11 0 1,-6 14 0-16,-1 14 0 0,-4 29 0 16,-1 32 0-1,10 25 0 1,12 2 0 0,14-11 0-16,12-19 0 0,17-24 0 15,9-18 0 1,5-14 0-1,6-16 0-15,2-17 0 16,-1-8 0 0,6-9 0-16,8-12 0 15,8-8 0-15,2-7 0 16,2-4 0 0,-6-3 0-16,-3 5 0 0,-6 4 0 15,-5 3 0 16,-7 1 0-31,-7 10 0 16,-3 13 0 0,-7 7 0-16,-10 6 0 0,-6 1 0 15,-2 0 0 1,-2 1 0-16,-2 3 0 16,-6 0 0-1,-4 5 0-15,-7 3 0 16,3 6 0-1,-2 2 0-15,-5 6 0 32,-7 7 0-32,2 7 0 0,7 9 0 0,3 4 0 31,1 11 0-31,23-60 0 16,-11 63 0-16,11-63 0 15,9 43 0-15,5-26 0 16,1-21 0-16,1-13 0 15,1-13 0 1,6-6 0 0,2-7 0-16,-3 6 0 31,-2 6 0-31,-2 6 0 16,-7 14 0-1,-2 6 0-15,-2 12 0 16,-2 11 0-1,-1 6 0-15,2 3 0 16,5-1 0-16,-11-26 0 16,0 0 0-1,18 22 0-15,5-16 0 16,-3-6 0-16</inkml:trace>
  <inkml:trace contextRef="#ctx0" brushRef="#br0" timeOffset="130279.74">25715 11394 255 0,'-31'-8'0'0,"6"10"0"0,1 9 0 0,5 7 0 0,3 7 0 16,5 2 0-16,9-4 0 31,6-4 0-31,5-1 0 0,7-4 0 0,1-2 0 16,5 0 0-1,0-3 0 1,-3 2 0-16,-2-1 0 15,-5-2 0-15,-7 1 0 16,-5 5 0-16,-7-3 0 16,-10 4 0-1,-10 3 0 1,-8-3 0-16,-16 3 0 16,2 1 0-16,-1-4 0 15,50-15 0-15,0 0 0 16,0 0 0-1,-51 12 0-15,24-12 0 16,14-8 0 0</inkml:trace>
  <inkml:trace contextRef="#ctx0" brushRef="#br0" timeOffset="130646.59">25858 11478 255 0,'0'0'0'0,"0"0"0"0,0 0 0 0,18-11 0 0,15-16 0 16,2-10 0-1,-6 1 0-15,-8 3 0 16,-12 6 0 0,-9 12 0-16,-2 4 0 31,-7 6 0-31,-4 16 0 16,-1 17 0-16,5 6 0 15,11 14 0 1,19-10 0-16,5-13 0 15,1-16 0 1</inkml:trace>
  <inkml:trace contextRef="#ctx0" brushRef="#br0" timeOffset="147550.56">28212 7953 255 0,'0'0'0'0,"0"0"0"0,0 0 0 0,0 0 0 0,0 0 0 0,0 0 0 0,8-6 0 0,8-7 0 0,-3-2 0 0,1 0 0 0,1 4 0 0,-1-2 0 0,-3-2 0 15,1 3 0 1,2 1 0-16,-2-4 0 16,7 1 0-16,-4-2 0 15,3 1 0-15,-18 15 0 16,20-21 0-1,-20 21 0-15,22-23 0 32,-22 23 0-32,25-31 0 0,-25 31 0 31,32-33 0-31,-32 33 0 16,33-32 0-16,-33 32 0 15,31-31 0 1,-31 31 0-16,29-29 0 0,-29 29 0 31,31-26 0-31,-31 26 0 0,0 0 0 16,29-25 0-1,-29 25 0 1,0 0 0 0,0 0 0-1,30-22 0-15,-30 22 0 16,0 0 0-16,0 0 0 15,23-17 0 1,-23 17 0-16,0 0 0 16,0 0 0-16,13-10 0 15,-13 10 0 1,0 0 0-16,0 0 0 16,11-8 0-1,-11 8 0-15,0 0 0 16,0 0 0-1,9-7 0 1,-9 7 0-16,0 0 0 16,0 0 0-16,6-6 0 15,-6 6 0-15,0 0 0 16,0 0 0 0,5-5 0-16,-5 5 0 15,0 0 0 1,0 0 0-16,4 0 0 15,-4 0 0 1,0 0 0-16,0 0 0 16,5 0 0-16,-5 0 0 15,0 0 0 1,0 0 0-16,3 0 0 16,-3 0 0-1,0 0 0-15,0 0 0 16,4 0 0-1,-4 0 0-15,0 0 0 16,0 0 0-16,2 0 0 16,-2 0 0-16</inkml:trace>
  <inkml:trace contextRef="#ctx0" brushRef="#br0" timeOffset="160508.07">28791 7471 255 0,'0'0'0'0,"0"0"0"0,0 0 0 0,0 0 0 0,0 0 0 0,0 0 0 0,0 0 0 0,0 0 0 0,0 0 0 0,0 0 0 0,0 0 0 0,0 0 0 0,0 0 0 0,0 0 0 16,0 0 0 0,0 0 0-16,0 0 0 15,0 0 0 1,0 0 0-16,0 0 0 16,0 0 0-1,0 0 0-15,0 0 0 16,0 0 0-16,0 0 0 15,0 0 0 1,0 0 0 0,0 0 0-16,0 0 0 15,0 0 0 1,0 0 0-16,0 0 0 16,0 0 0-16,0 0 0 15,19 13 0 1,17 7 0-16,-3 3 0 15,-8-6 0-15,-10-4 0 16,-2-1 0 0,-2 0 0-16,0-3 0 15,-2 4 0 1,0-5 0-16,0 2 0 16,-2-4 0-1,-1 3 0-15,1-3 0 16,0 2 0-16,-3-2 0 15,4 1 0 1,-1-1 0-16,-7-6 0 16,0 0 0-16,11 9 0 31,-11-9 0-31,0 0 0 0,0 0 0 16,15 8 0-1,-15-8 0 1,0 0 0-16,0 0 0 15,16 16 0-15,-16-16 0 16,0 0 0 0,17 13 0-16,-17-13 0 15,0 0 0-15,21 13 0 16,-21-13 0 0,0 0 0-16,0 0 0 15,20 18 0 1,-20-18 0-1,0 0 0-15,0 0 0 0,19 17 0 16,-19-17 0 0,0 0 0-16,0 0 0 15,19 25 0 17,-19-25 0-32,0 0 0 0,0 0 0 15,16 27 0-15,-16-27 0 31,0 0 0-31,0 0 0 16,14 25 0-16,-14-25 0 0,0 0 0 16,15 25 0-1,-15-25 0 1,0 0 0-16,0 0 0 16,16 28 0-1,-16-28 0 1,0 0 0-16,0 0 0 15,15 26 0-15,-15-26 0 16,0 0 0-16,0 0 0 16,18 23 0-1,-18-23 0-15,0 0 0 16,0 0 0-16,16 21 0 31,-16-21 0-15,0 0 0-16,0 0 0 15,13 19 0-15,-13-19 0 0,0 0 0 32,0 0 0-32,13 18 0 15,-13-18 0-15,0 0 0 16,0 0 0-16,12 13 0 16,-12-13 0-16,0 0 0 31,13 9 0-31</inkml:trace>
  <inkml:trace contextRef="#ctx0" brushRef="#br0" timeOffset="-202461.16">28265 7976 255 0,'0'0'0'0,"0"0"0"0,0 0 0 0,0 0 0 0,-14 2 0 16,-15 2 0-16,4 0 0 0,0 4 0 0,0-2 0 0,-3 7 0 0,-3-4 0 0,2 7 0 15,2 0 0-15,3 2 0 16,-2 5 0 0,1 1 0-16,-3 4 0 15,-3 7 0-15,0 2 0 16,4 1 0 0,5 5 0-16,0 0 0 15,4 4 0 1,-1 2 0-16,4 2 0 15,1 12 0 1,5 1 0 0,3 2 0-16,4-4 0 15,2-3 0-15,4 3 0 16,5-4 0-16,2 0 0 16,-2-1 0-1,6-2 0 1,11-4 0-16,3-2 0 15,2-4 0-15,10-1 0 16,5-3 0 0,8-3 0-16,4-4 0 15,2-5 0 1,6-4 0-16,0-6 0 16,4-3 0-1,4-7 0-15,12-4 0 16,6-10 0-16,8-10 0 15,6-9 0 1,7-11 0-16,-2 1 0 16,-5 1 0-16,-7 8 0 31,-15 8 0-31,-11 8 0 16,-9 7 0-16,-15 2 0 15,-9 5 0 1,-40-5 0-16,35 3 0 0,-35-3 0 31,34-3 0-31,-11-7 0 16</inkml:trace>
  <inkml:trace contextRef="#ctx0" brushRef="#br0" timeOffset="-201632.56">29890 9671 255 0,'16'-65'0'0,"-2"7"0"0,7-14 0 0,6-5 0 0,-2 7 0 0,2 16 0 15,-27 54 0-15,0 0 0 16,29-25 0 0,-8 25 0-16,-4 14 0 15,-6 9 0-15,-3 8 0 16,-2 4 0 0,-2 11 0-16,1-8 0 15,-1-3 0 1,-2-8 0-16,0-12 0 15,6-1 0-15,0-7 0 16,3-9 0 0,5-13 0-16,1-9 0 15,8-7 0 1,6-14 0-16,3-9 0 16,4-2 0-1,1 8 0 1,-6 6 0-16,-33 42 0 15,0 0 0-15,0 0 0 16,29-24 0-16,-9 27 0 16,-12 15 0-1,-8 12 0-15,-10 13 0 16,-6 18 0 0,-2 12 0-16,3 15 0 15,3-9 0 1,3-29 0-16</inkml:trace>
  <inkml:trace contextRef="#ctx0" brushRef="#br0" timeOffset="-198798.03">31347 9250 255 0,'-16'50'0'0,"0"-21"0"0,-9-6 0 0,1-11 0 0,-5-5 0 0,-3-11 0 0,3-7 0 0,3-10 0 0,3-3 0 0,7-5 0 0,5 0 0 0,7 0 0 15,8-1 0 1,9 2 0-16,8 1 0 16,6 4 0-16,5 6 0 15,5 1 0-15,1 10 0 16,-5 10 0 0,-12 9 0-16,-8 17 0 15,-7 14 0 1,-14 23 0-16,-10 26 0 15,-7 27 0-15,-6-6 0 16,4-14 0 0,5-29 0-1,22-71 0-15,0 0 0 16,-11 38 0-16,5-29 0 16</inkml:trace>
  <inkml:trace contextRef="#ctx0" brushRef="#br0" timeOffset="-197968.36">32100 9067 255 0,'0'0'0'0,"0"0"0"0,0 0 0 0,0 0 0 16,0 0 0-16,0 0 0 0,0 0 0 0,0 0 0 16,0 0 0-1,0 0 0-15,0 0 0 16,0 0 0-16,0 0 0 15,0 0 0-15,0 0 0 16,0 0 0 0,0 0 0-16,0 0 0 15,0 0 0 1,0 0 0-16,0 0 0 16,0 0 0-1,0 0 0-15,0 0 0 16,0 0 0-1,0 0 0-15,0 0 0 16,0 0 0-16,0 0 0 16,0 0 0-1,0 0 0 1,0 0 0-16,0 0 0 16,0 0 0-16,0 0 0 15,0 0 0-15,0 0 0 16,0 0 0-1,0 0 0 1,0 0 0-16,0 0 0 16</inkml:trace>
  <inkml:trace contextRef="#ctx0" brushRef="#br0" timeOffset="-197380.18">31624 9380 255 0,'0'0'0'0,"0"0"0"0,0 0 0 0,0 0 0 16,0 0 0-16,0-9 0 0,-7-10 0 15,-6 5 0 1,-10 6 0 0,-1 8 0-16,-5 9 0 15,0 10 0-15,-1 6 0 16,1 12 0-16,5 11 0 15,9 4 0 17,7 13 0-32,10 0 0 0,10-15 0 15,11-17 0 1,3-8 0-16,5-14 0 0,4-13 0 31,-4-7 0-31,2-14 0 0,9-12 0 31,0-16 0-31,0-9 0 0,-15-9 0 16,-19 4 0 15,-10 9 0-31,-18 10 0 0,-7 21 0 16,-5 11 0 0,7 14 0-1,4 10 0-15,2 10 0 16,7 3 0-16,0-5 0 15</inkml:trace>
  <inkml:trace contextRef="#ctx0" brushRef="#br0" timeOffset="-196982.4">32428 8949 255 0,'0'0'0'0,"0"0"0"0,0 0 0 0,-9 22 0 0,-13 23 0 15,-2 17 0-15,1 15 0 0,0 11 0 16,-2 2 0 0,7-11 0-16,5-17 0 15,9-8 0-15,4-10 0 16,0-44 0-1,10 25 0-15,-3-20 0 16</inkml:trace>
  <inkml:trace contextRef="#ctx0" brushRef="#br0" timeOffset="-196732.77">32682 9088 255 0,'0'0'0'15,"0"0"0"-15,0 0 0 16,-2 19 0-16,-11 27 0 16,-12 16 0-1,-4 18 0 1,0 17 0-16,4 3 0 15,10-21 0 1,1-31 0-16</inkml:trace>
  <inkml:trace contextRef="#ctx0" brushRef="#br0" timeOffset="-196267.86">32911 9318 255 0,'0'0'0'16,"0"0"0"-1,0 0 0 1,0 0 0-16,-10 20 0 15,-9 20 0 1,0 14 0-16,4 8 0 16,8 5 0-1,7-10 0-15,7-8 0 16,-7-49 0 0,15 30 0-16,6-14 0 15,-2-11 0-15,7-13 0 16,-2-12 0-1,1-6 0-15,2-13 0 16,-8-8 0 0,-9-3 0-16,-12 1 0 15,-14 5 0 1,-13 3 0-16,-13 11 0 16,-2 13 0-1</inkml:trace>
  <inkml:trace contextRef="#ctx0" brushRef="#br0" timeOffset="-194443.63">28793 7521 255 0,'-24'8'0'0,"11"-6"0"0,3 0 0 0,6 0 0 0,4 1 0 0,4-3 0 0,8 0 0 0,1 2 0 16,5-2 0-16,3 0 0 15,2 2 0-15,1 8 0 16,-4 3 0-1,1 4 0 1,2 7 0-16,-3 1 0 0,-2 7 0 16,6 11 0-1,1 2 0 1,-4 1 0-16,-1 6 0 16,2 8 0-16,-1 7 0 15,-6-1 0 1,-9 3 0-16,-4 2 0 15,-2 6 0-15,-2 7 0 32,-2-1 0-32,2 2 0 15,-5-1 0-15,-9 2 0 16,-3 3 0 0,-6 7 0-16,2 0 0 0,-4 0 0 15,-4-1 0 1,-5-3 0-1,1 1 0 1,-5 4 0-16,-4-3 0 0,4 3 0 16,-2 2 0-1,-1-3 0 1,3 4 0-16,2 4 0 16,-3 0 0-16,8-5 0 15,6-8 0 1,0 1 0-16,7-1 0 15,9 1 0-15,2-2 0 32,9-3 0-32,0-8 0 0,9-6 0 15,4 3 0 1,10 1 0-16,5 4 0 16,-3 3 0-1,7-1 0 1,2 2 0-1,3 4 0-15,6-4 0 0,0-4 0 16,-1-2 0 0,10-2 0-1,1-1 0-15,3-2 0 16,-4-1 0 0,2-5 0-1,1-13 0-15,5-9 0 0,1-18 0 0,-3-24 0 16,11-26 0-1,15-31 0 1,-2-24 0-16,-8-8 0 16,-22 21 0-1</inkml:trace>
  <inkml:trace contextRef="#ctx0" brushRef="#br0" timeOffset="-193080.27">30141 12005 255 0,'0'0'0'0,"0"0"0"0,0 0 0 0,-2 5 0 0,-8 6 0 0,6-2 0 0,0-2 0 0,4-3 0 15,6-8 0-15,8-7 0 31,1-14 0-31,5-14 0 16,7-14 0 0,7-15 0-16,0-9 0 15,1 3 0-15,-6 6 0 16,-4 8 0 0,-6 13 0-16,-19 47 0 15,10-39 0 1,-10 39 0-16,-2-30 0 15,-10 17 0-15,-3 10 0 16,-8 15 0 0,1 10 0-16,0 12 0 15,-5 19 0 1,4 18 0-16,3 22 0 16,9 6 0-16,11-17 0 15,11-16 0 1,7-16 0-1,7-13 0-15,2-8 0 16,4-8 0 0,3-9 0-16,-13-8 0 15</inkml:trace>
  <inkml:trace contextRef="#ctx0" brushRef="#br0" timeOffset="-191002.32">31508 11324 255 0,'0'0'0'0,"0"0"0"0,0 0 0 0,0 0 0 0,-2 19 0 0,-10 24 0 0,-2 17 0 0,-8 16 0 0,0 20 0 0,-5 8 0 0,7-10 0 0,5-12 0 16,7-15 0-16,8-67 0 15,0 0 0 1,6 51 0-1</inkml:trace>
  <inkml:trace contextRef="#ctx0" brushRef="#br0" timeOffset="-190497.75">31749 11407 255 0,'0'0'0'0,"0"0"0"15,0 0 0-15,0 0 0 16,-8 17 0 0,-13 19 0-16,-3 15 0 15,2 18 0 1,3 21 0-1,7 8 0-15,8-14 0 0,11-20 0 32,-7-64 0-32,16 46 0 0,9-15 0 15,0-17 0 1,0-14 0 0,-2-6 0-16,2-10 0 15,4-8 0-15,2-17 0 16,1-3 0-1,1-15 0-15,-8-3 0 16,-12 1 0 0,-11 3 0-16,-10 5 0 0,-10 6 0 15,-4 12 0 1,-7 12 0-16,-1 16 0 16,5 14 0-1,6 8 0-15,3 3 0 16</inkml:trace>
  <inkml:trace contextRef="#ctx0" brushRef="#br0" timeOffset="-189885.18">32505 11661 255 0,'0'0'0'0,"0"0"0"0,0 0 0 0,0 0 0 0,0 0 0 0,0 0 0 16,0 0 0-16,0 0 0 31,0 0 0-31,20 0 0 0,16 0 0 16,10 0 0-1,-2 0 0-15,-3 0 0 16,-10 0 0-16</inkml:trace>
  <inkml:trace contextRef="#ctx0" brushRef="#br0" timeOffset="-189561.76">33055 11268 255 0,'0'0'0'0,"0"0"0"16,0 0 0 0,0 0 0-1,-2 24 0-15,-6 26 0 16,-3 15 0-16,-7 12 0 15,-3 17 0 1,6 3 0 0,1-20 0-16,4-13 0 15,3-25 0-15</inkml:trace>
  <inkml:trace contextRef="#ctx0" brushRef="#br0" timeOffset="-189021.9">33306 11498 255 0,'0'0'0'15,"0"0"0"-15,0 0 0 16,0 0 0 0,0 0 0-16,0 0 0 15,0 0 0-15,-2 20 0 16,-11 23 0 0,-5 7 0-16,2 14 0 15,8-2 0 1,0-5 0-16,8-7 0 15,5-10 0-15,-5-40 0 16,13 41 0 0,11-9 0-16,-24-32 0 31,31 19 0-31,2-13 0 0,-6-12 0 0,-5-8 0 16,2-5 0-1,-1-10 0 1,0-13 0-1,-5-6 0-15,-5-1 0 16,-6 0 0-16,-9 1 0 16,-12 11 0-1,-6 7 0-15,-3 11 0 32,-6 7 0-32,-6 8 0 0,-11 2 0 15,5 2 0 1</inkml:trace>
  <inkml:trace contextRef="#ctx0" brushRef="#br0" timeOffset="-187780.02">29599 12640 255 0,'-13'61'0'0,"1"-3"0"0,2 15 0 0,-12 15 0 0,-5 13 0 0,6-12 0 0,3-6 0 0,0-10 0 15,-4-3 0-15,4-8 0 16,1-10 0-16,-4-5 0 16,21-47 0-1,-19 40 0-15,19-40 0 16,-22 34 0-16,22-34 0 15,0 0 0 1,0 0 0-16,-20 25 0 16,20-25 0-16,-6 17 0 15,6-17 0 1,6 14 0 0,12-3 0-16,6-2 0 15,10-1 0 1,5-1 0-16,13 0 0 15,17-3 0-15,4 1 0 16,2-5 0-16,5-3 0 16,-7-1 0-1,2-5 0-15,-7-6 0 16,-68 15 0 0,56-22 0-16</inkml:trace>
  <inkml:trace contextRef="#ctx0" brushRef="#br0" timeOffset="-186902.56">27500 13320 255 0,'-51'-5'0'0,"10"1"0"0,1 1 0 0,-1 9 0 0,8 3 0 0,2 4 0 16,1 9 0-1,-1 12 0 1,2 3 0-16,10 7 0 0,3-2 0 15,9 5 0 1,7-3 0-16,9 3 0 16,5-4 0-1,7-3 0 1,8-7 0-16,11-7 0 0,-1-12 0 16,1-8 0-1,7-16 0-15,-3-15 0 16,0-12 0-1,-2-19 0-15,-4-16 0 16,-11-4 0 0,-7-4 0-16,-16 13 0 15,-10 18 0-15,-10 14 0 32,-11 21 0-32,5 4 0 15</inkml:trace>
  <inkml:trace contextRef="#ctx0" brushRef="#br0" timeOffset="-186362.58">27785 13280 255 0,'0'0'0'0,"0"0"0"0,0 0 0 0,0 0 0 0,0 18 0 0,0 20 0 0,4 11 0 16,-2 7 0-1,3 9 0-15,-5 4 0 16,-5-6 0-16,5-63 0 16,-2 56 0-1,2-56 0-15,0 0 0 16,0 0 0-1,0 33 0-15,2-34 0 16,3-16 0 0,8-8 0-16,2-8 0 15,6-5 0-15,3 4 0 16,5 5 0 0,-2 6 0-1,1 6 0-15,-4 4 0 16,-4 0 0-16,-2 2 0 15</inkml:trace>
  <inkml:trace contextRef="#ctx0" brushRef="#br0" timeOffset="-186120.69">28402 13021 255 0,'0'0'0'0,"0"0"0"0,0 0 0 0,0 0 0 0,0 0 0 0</inkml:trace>
  <inkml:trace contextRef="#ctx0" brushRef="#br0" timeOffset="-185971.88">28337 13448 255 0,'0'0'0'15,"0"0"0"-15,0 0 0 16,0 0 0-16</inkml:trace>
  <inkml:trace contextRef="#ctx0" brushRef="#br0" timeOffset="-185059.41">31118 12704 255 0,'-26'82'0'0,"-1"7"0"0,-4 34 0 0,0 12 0 0,6-15 0 0,10-20 0 0,9-14 0 0,8-19 0 0,-2-67 0 15,0 0 0 1,15 44 0-16</inkml:trace>
  <inkml:trace contextRef="#ctx0" brushRef="#br0" timeOffset="-184594.87">31354 13003 255 0,'0'0'0'31,"0"0"0"-31,0 0 0 16,0 0 0-1,-13 16 0-15,-15 22 0 16,1 17 0-16,0 23 0 31,7 21 0-31,15 8 0 0,14-18 0 16,11-24 0 0,7-29 0-16,0-17 0 15,3-18 0 1,-3-11 0-16,2-13 0 15,11-17 0-15,4-22 0 16,2-24 0 0,-7-15 0-16,-10 6 0 15,-15 7 0-15,-17 14 0 16,-8 18 0 0,-9 12 0-16,-6 15 0 15,-5 13 0 1,-6 14 0-1,1 15 0-15,-1 9 0 16,1 6 0-16,9-4 0 16</inkml:trace>
  <inkml:trace contextRef="#ctx0" brushRef="#br0" timeOffset="-184020.03">31931 13134 255 0,'0'0'0'0,"0"0"0"16,0 0 0-16,0 0 0 0,0 0 0 15,-16 10 0-15,-20 12 0 16,-2 10 0 0,2 5 0-1,7 11 0-15,5 12 0 16,5 2 0-16,17-3 0 15,10-11 0-15,7-14 0 16,9-7 0-16,8-14 0 16,1-13 0-1,-1-11 0-15,-1-7 0 16,9-18 0 0,3-10 0-16,-6-14 0 15,-4-3 0 1,-13 0 0-1,-14 0 0-15,-10 5 0 16,-12 8 0-16,-13 9 0 16,-7 16 0-1,-4 16 0-15,-3 11 0 0,3 17 0 32,2 4 0-32,4 0 0 0</inkml:trace>
  <inkml:trace contextRef="#ctx0" brushRef="#br0" timeOffset="-183576.02">32801 12697 255 0,'0'0'0'0,"0"0"0"16,0 0 0-16,0 0 0 0,0 20 0 0,-6 24 0 0,-5 21 0 0,-1 15 0 31,-3 26 0-31,-6 10 0 0,5 2 0 15,5-11 0 1,2-15 0-16,9-92 0 16,-12 73 0-1</inkml:trace>
  <inkml:trace contextRef="#ctx0" brushRef="#br0" timeOffset="-183097.93">33104 12925 255 0,'0'0'0'0,"0"0"0"16,0 0 0-1,0 0 0-15,0 0 0 16,-10 23 0-16,-8 29 0 31,2 31 0-31,5 14 0 0,11 1 0 16,16-29 0 0,-16-69 0-1,29 33 0-15,12-21 0 16,-4-17 0-1,1-14 0-15,-5-16 0 16,3-7 0-16,-9-11 0 16,-2-2 0-1,-11 2 0 1,-12 0 0 0,-10 1 0-16,-8 10 0 15,-11 2 0-15,-5 5 0 16,-2 14 0-1,-3 12 0-15,1 15 0 16,0 21 0-16,4 2 0 16</inkml:trace>
  <inkml:trace contextRef="#ctx0" brushRef="#br0" timeOffset="-182573.54">33566 12933 255 0,'0'0'0'0,"0"0"0"0,0 0 0 15,-16 4 0-15,-15 13 0 0,-4 8 0 16,-4 15 0-16,1 13 0 16,1 9 0-16,12 12 0 15,15-2 0 1,22-13 0-16,13-19 0 15,8-17 0 1,7-13 0 0,5-14 0-16,6-17 0 15,5-14 0-15,-9-10 0 16,-8-4 0-16,-12-3 0 16,-12-1 0-1,-15-3 0-15,-15 6 0 16,-8 11 0-16,-10 10 0 15,-15 8 0 1,-8 11 0 0,1 9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8:31:43.1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10293 6450 255 0,'0'-46'0'0,"0"14"0"0,-2 1 0 0,-13-2 0 0,-14-11 0 0,-5-2 0 0,-18-7 0 0,-21-15 0 31,-15-6 0-15,-10 5 0-16,-14 3 0 16,-10 1 0-16,2 9 0 15,-5 2 0 1,-7 6 0-16,-5 5 0 15,1 2 0 1,-6 8 0-16,-8 5 0 16,-2 6 0-16,-3 12 0 15,9 4 0 1,0 6 0 0,-4 7 0-16,0 9 0 15,2 6 0-15,5 8 0 16,7 8 0-16,12 2 0 15,11 9 0 1,5 5 0 0,3 8 0-16,8 8 0 15,6 5 0-15,13 11 0 16,4 3 0 0,7 5 0-1,6 0 0-15,14 2 0 16,14-8 0-16,10 1 0 15,15 3 0 1,10-3 0-16,9-1 0 16,9-5 0-16,9-4 0 15,9-1 0 1,8 0 0-16,6 1 0 16,6-8 0-1,8-3 0-15,6-6 0 16,6-4 0-16,7-3 0 31,11-7 0-31,12-3 0 16,17-7 0-16,9-9 0 15,-5-11 0-15,3-5 0 16,5-4 0 0,2-3 0-1,-5-1 0-15,4-5 0 0,8-9 0 16,7-6 0-1,-3-12 0-15,-2-8 0 16,-2-5 0 0,0-12 0-1,2-7 0-15,2-9 0 16,2-13 0-16,1-9 0 16,-11-6 0-1,-7-4 0-15,-12-1 0 16,-17 4 0-1,-13-3 0 1,-19 4 0-16,-23 13 0 0,-20 5 0 16,-15 8 0-1,-13 15 0 1,-22 3 0-16,-2 7 0 0</inkml:trace>
  <inkml:trace contextRef="#ctx0" brushRef="#br0" timeOffset="961.24">7540 7646 255 0,'-55'-15'0'0,"-1"5"0"0,-16 0 0 0,-17 8 0 0,-14 10 0 0,7 11 0 0,-1 4 0 0,3 4 0 16,-2 6 0-1,0 7 0-15,-2 10 0 16,-8 13 0-16,3 5 0 15,7 11 0 1,7 3 0-16,7 6 0 16,5 1 0-16,2 7 0 15,6 2 0 1,5 4 0-16,8 5 0 16,4 0 0-16,-1 5 0 31,6 1 0-31,12 3 0 15,4-2 0 1,4 5 0-16,10-2 0 0,13-3 0 16,8-7 0 15,7-4 0-31,3-16 0 0,5-8 0 16,12-15 0-1,13-10 0-15,5-12 0 16,4-4 0-16,6-1 0 31,1-6 0-31,0-3 0 16,-60-28 0-1,59 34 0-15</inkml:trace>
  <inkml:trace contextRef="#ctx0" brushRef="#br0" timeOffset="3206.69">2954 11247 255 0,'-48'-33'0'0,"7"9"0"0,0 5 0 0,-3 5 0 0,-2 12 0 0,-3 8 0 31,3 9 0-31,-1 10 0 31,6 8 0-31,8 7 0 0,10 5 0 16,10 0 0 0,8 2 0-16,14-5 0 15,6-2 0 1,12 1 0-16,7-4 0 16,9-3 0-1,10 7 0 1,5-4 0-16,3 0 0 15,-4-5 0-15,-12-2 0 16,-45-30 0-16,41 32 0 16,-41-32 0-1,18 30 0-15,-20 2 0 16,-15-5 0-16,-14-2 0 16,-26 9 0-1,-22 7 0 1,-20 5 0-16,-20 8 0 15,5-10 0-15,33-18 0 16,81-26 0-16,-61 5 0 16,19-14 0-1</inkml:trace>
  <inkml:trace contextRef="#ctx0" brushRef="#br0" timeOffset="7950.15">3446 11208 255 0,'-27'-10'0'0,"14"10"0"0,-3 10 0 0,3 20 0 0,1 13 0 0,-5 22 0 0,-2 24 0 16,-7 33 0 15,1 11 0-31,9-14 0 0,14-25 0 16,20-31 0-16,11-26 0 16,8-19 0-16,7-16 0 15,9-11 0 1,11-11 0-16,-6-9 0 31,-14-2 0-31,-15 4 0 16</inkml:trace>
  <inkml:trace contextRef="#ctx0" brushRef="#br0" timeOffset="8284.81">3225 11565 255 0,'0'0'0'0,"0"0"0"0,23 0 0 0,23 0 0 16,12 0 0-16,5 0 0 0,-11 0 0 15</inkml:trace>
  <inkml:trace contextRef="#ctx0" brushRef="#br0" timeOffset="8888.65">4220 11748 255 0,'0'0'0'0,"0"0"0"15,0 0 0-15,-15 0 0 16,-18 0 0 0,0 0 0-16,2 4 0 15,-2 12 0 1,-5 13 0 0,1 11 0-16,-2 14 0 15,2 9 0-15,17 1 0 16,5-10 0-16,15-54 0 15,12 39 0 1,13-24 0 0,3-17 0-16,-2-13 0 15,6-15 0-15,15-19 0 16,2-16 0 0,0-14 0-16,-6 7 0 15,-17 20 0-15,-16 22 0 16,-5 15 0-1,-7 18 0-15,-4 14 0 16,0 19 0 0,-1 24 0-1,5 16 0-15,10 12 0 16,-8-88 0-16,15 67 0 16,6-40 0-1,-5-19 0-15</inkml:trace>
  <inkml:trace contextRef="#ctx0" brushRef="#br0" timeOffset="9349.12">4522 11804 255 0,'0'0'0'0,"0"0"0"0,0 0 0 0,0 0 0 15,0 0 0-15,0 0 0 0,0 0 0 32,0 0 0-17,0 0 0 1,0 0 0-16,0 0 0 0,0 22 0 16,0 21 0-1,-2 13 0-15,-5 9 0 16,-4 2 0-16,11-67 0 15,-15 63 0 1,15-63 0-16,0 0 0 16,-5 44 0-1,12-30 0 1,3-23 0-16,9-13 0 16,3-10 0-1,12-8 0-15,0 0 0 16,1 6 0-1,1 7 0-15,-2 7 0 16,-5 9 0 0,-7 9 0-16,-6 0 0 15</inkml:trace>
  <inkml:trace contextRef="#ctx0" brushRef="#br0" timeOffset="10031.41">5221 11266 255 0,'0'0'0'15,"0"0"0"-15,0 0 0 0,0 0 0 0,-4 17 0 0,-4 24 0 16,-1 19 0-16,-5 18 0 16,-3 22 0-1,3 10 0 1,5-2 0-16,7-6 0 16,0-19 0-16,4-18 0 15,-2-65 0 1,0 52 0-16,0-52 0 15,0 0 0-15,0 0 0 16,5 27 0 0,-1-31 0-16,-2-10 0 15,-2-18 0 1,0-9 0-16,-4-15 0 16,-1-8 0-1,-5-1 0 1,10 65 0-16,-25-51 0 0,25 51 0 31,-35-31 0-31,35 31 0 16,-30-5 0-16,30 5 0 15,-12 2 0 1,15 2 0-16,10-1 0 16,10-6 0-16,6-1 0 15,7-2 0 1,6-2 0-16,1 6 0 15,-3 2 0 1,-4 10 0-16,-7 8 0 16,-11 4 0-1,-5 12 0-15,0 10 0 16,-4 10 0-16,0 8 0 31,-9-62 0-31,13 63 0 0,-1-16 0 16</inkml:trace>
  <inkml:trace contextRef="#ctx0" brushRef="#br0" timeOffset="10209.02">5438 11710 255 0,'0'0'0'16,"0"0"0"-16,0 0 0 0,0 0 0 0,0 0 0 0</inkml:trace>
  <inkml:trace contextRef="#ctx0" brushRef="#br0" timeOffset="10587.34">5741 11788 255 0,'0'0'0'0,"0"0"0"16,0 0 0 0,0 9 0-16,0 8 0 15,2-9 0-15,6-6 0 16,0-4 0-1,1-3 0 1,1 4 0-16,1 1 0 16,-4 4 0-16,-5 9 0 15,-4 9 0-15,-3 5 0 16,1 2 0 0,2-1 0-16,0-6 0 31,6-7 0-31,7-6 0 15,5-9 0-15,3-9 0 16,4-2 0 0,1-3 0-16,-1 4 0 0</inkml:trace>
  <inkml:trace contextRef="#ctx0" brushRef="#br0" timeOffset="11268.88">6234 11804 255 0,'0'0'0'0,"0"0"0"16,0 0 0-16,0 0 0 15,0-10 0-15,-7-6 0 16,-6 11 0 0,-5 14 0-16,-7 16 0 15,-1 15 0 1,-1 20 0-1,6 12 0 1,21-72 0-16,0 0 0 16,-6 70 0-16,14-32 0 15,5-38 0 1,2-16 0-16,0-12 0 16,3-8 0-16,1-6 0 15,-6 9 0 1,-3 10 0-16,2 15 0 15,-3 10 0-15,2 11 0 16,2 15 0 0,2 13 0-1,2 17 0-15,-2 10 0 16,2 8 0-16,-9 6 0 16,-8 3 0-1,-6 0 0-15,-6-2 0 16,-6-5 0 15,-9-5 0-31,-4-6 0 0,-5-14 0 16,3-17 0-16,-3-17 0 15,0-12 0 1,-4-14 0-16,4-12 0 16,7-8 0-1,29 27 0-15,-17-36 0 16,12-1 0-16,16 2 0 15,16-5 0 1,15-5 0 0,20-16 0-16,16-9 0 0,5-8 0 31,-3 7 0-31,-22 14 0 0,-25 21 0 31</inkml:trace>
  <inkml:trace contextRef="#ctx0" brushRef="#br0" timeOffset="11810.57">3480 13230 255 0,'6'84'0'0,"-1"20"0"0,-3 51 0 0,5 40 0 0,2-4 0 0,-5-14 0 0,-1-33 0 0,-3-30 0 16,-9-32 0-16,-9-38 0 15</inkml:trace>
  <inkml:trace contextRef="#ctx0" brushRef="#br0" timeOffset="12347.4">2959 13441 255 0,'0'0'0'0,"0"0"0"15,17-20 0-15,14-18 0 31,12-6 0-31,21-6 0 16,18-1 0-16,10 3 0 31,-5 15 0-31,-3 9 0 16,-5 9 0-16,-4 5 0 16,2 6 0-1,-4 4 0-15,0 4 0 16,-11 6 0-1,-14 0 0-15,-14 4 0 16,-6 3 0 0,-28-17 0-16,14 21 0 15,-10 3 0-15,-10 2 0 16,-14 3 0 0,-13 1 0-1,-18 8 0-15,-15 3 0 16,-25 6 0-16,-7-1 0 15,4-4 0 1,11-4 0-16,20-2 0 16,21-5 0-1,15-5 0-15,7-7 0 0</inkml:trace>
  <inkml:trace contextRef="#ctx0" brushRef="#br0" timeOffset="12956.35">4493 13130 255 0,'0'0'0'0,"0"0"0"0,0 0 0 0,-16 0 0 0,-19 0 0 0,-10 7 0 0,0 11 0 15,5 20 0 1,2 17 0-16,5 22 0 16,10 16 0-1,20 7 0-15,15-13 0 16,8-24 0 0,11-22 0-1,2-16 0-15,-1-13 0 0,2-12 0 31,-1-12 0-15,3-8 0-16,5-14 0 16,-4-10 0-16,2-19 0 15,-2-18 0-15,-10-3 0 0,-15 1 0 32,-17 6 0-32,-10 8 0 15,-8 15 0-15,-4 12 0 16,-2 17 0-16,-3 19 0 15,11 8 0-15</inkml:trace>
  <inkml:trace contextRef="#ctx0" brushRef="#br0" timeOffset="13305.8">4950 13039 255 0,'0'0'0'0,"0"30"0"0,-2 22 0 0,0 10 0 0,-4 21 0 0,4 23 0 0,0 2 0 16,0-15 0-1,-2-24 0 1,4-69 0-16,-7 41 0 0</inkml:trace>
  <inkml:trace contextRef="#ctx0" brushRef="#br0" timeOffset="13497.29">4950 12790 255 0,'0'0'0'0,"0"0"0"16,0 0 0 0,4 18 0-1,5 13 0-15</inkml:trace>
  <inkml:trace contextRef="#ctx0" brushRef="#br0" timeOffset="14086.16">5295 13069 255 0,'0'0'0'15,"0"0"0"1,0 0 0 0,0 18 0-1,0 23 0-15,-5 11 0 16,1 14 0-1,-4 8 0 1,0 2 0-16,-7-1 0 16,15-75 0-16,-16 62 0 15,16-62 0 1,0 0 0-16,0 44 0 16,10-25 0-1,0-21 0-15,3-10 0 16,5-13 0-16,4-11 0 15,2-10 0-15,1-4 0 16,4-3 0 0,-1 4 0-1,-6 9 0-15,-4 15 0 16,-2 12 0-16,-6 10 0 16,-1 7 0-1,-1 12 0-15,-4 13 0 16,-2 10 0-1,-4 20 0-15,0 17 0 16,2 18 0 0,-5 5 0-16,2-28 0 15</inkml:trace>
  <inkml:trace contextRef="#ctx0" brushRef="#br0" timeOffset="14483.68">6108 12862 255 0,'0'0'0'0,"0"0"0"0,-4 22 0 0,-5 19 0 0,-5 21 0 0,-5 28 0 15,-6 37 0 1,3 16 0-1,4-6 0-15,9-19 0 0,4-17 0 16,3-19 0 0,-2-19 0-16,4-63 0 15,-13 42 0-15</inkml:trace>
  <inkml:trace contextRef="#ctx0" brushRef="#br0" timeOffset="14785.47">5927 13501 255 0,'0'0'0'31,"0"0"0"-31,25-1 0 16,18-2 0-16,15-4 0 16,21 1 0-1,14-3 0-15,-9-2 0 16</inkml:trace>
  <inkml:trace contextRef="#ctx0" brushRef="#br0" timeOffset="18768.5">25591 6925 255 0,'0'-50'0'0,"-4"17"0"0,0-2 0 0,-6-7 0 0,-5-3 0 0,-8-5 0 0,-3-10 0 0,-5-11 0 0,-10-10 0 0,-13-9 0 0,-2 7 0 0,-3 7 0 0,-12 6 0 0,-6 1 0 16,-11 9 0-1,-1 7 0-15,-10 4 0 16,-13 7 0-16,-6 3 0 16,-4 1 0-1,-12 5 0 1,1 1 0-16,0 8 0 15,-1 6 0 1,-5 4 0-16,-2 7 0 16,-2 11 0-16,-3 4 0 15,6 12 0 1,6 4 0-16,-1 8 0 16,4 7 0-16,5 5 0 31,7 3 0-31,3 3 0 15,13 6 0-15,16 4 0 16,6-3 0-16,5 8 0 16,7 4 0-1,9 5 0-15,6 5 0 16,9 5 0 0,8 3 0-16,4 5 0 15,12 2 0 1,11 0 0-1,4 2 0-15,6 3 0 0,8-3 0 16,4 2 0 0,3 0 0-16,12-3 0 15,8-4 0-15,7 2 0 16,8-9 0 0,17-7 0-16,6-4 0 31,2-4 0-31,7-7 0 15,5-3 0-15,11-8 0 16,20-2 0 0,14-7 0-16,0-10 0 15,8-10 0-15,1-6 0 16,10-9 0 0,8-14 0-16,7-7 0 15,3-6 0 1,4-6 0-16,0-9 0 15,1-6 0 1,-6-8 0 0,-9-10 0-16,0-8 0 15,-7-10 0 1,-12-6 0-16,-9-10 0 0,-16-3 0 16,-12-2 0-16,-12-2 0 15,-18-1 0-15,-12 4 0 31,-24 1 0-31,-25 5 0 16,-22 3 0 0,-21 12 0-1,-20 12 0-15,-21 8 0 16,-22 9 0 0,-8 18 0-16,-11 15 0 15,20 3 0 1</inkml:trace>
  <inkml:trace contextRef="#ctx0" brushRef="#br0" timeOffset="20818.46">24358 8167 255 0,'0'0'0'0,"0"0"0"0,0 0 0 0,0 0 0 0,0 0 0 0,0 0 0 0,0 0 0 0,0 0 0 0,0 0 0 0,0 0 0 16,0 0 0-16,0 0 0 15,0 0 0-15,0 0 0 16,0 0 0 0,0 0 0-16,0 0 0 15,0 0 0 1,0 0 0-16,0 0 0 94,0 0 0-79,0 0 0 1,0 0 0-16,0 0 0 16,0 0 0-16,0 0 0 0,0 0 0 0,0 0 0 15,0 0 0 1,0 0 0-16,0 0 0 0,0 0 0 0,0 0 0 0,0 0 0 31,0 0 0-15,0 0 0-1,0 0 0 17,0 0 0-17,0 0 0 1,0 0 0-16,0 0 0 0,11-16 0 31,12-14 0-31,7-3 0 0,3-1 0 0,2 7 0 0,6 3 0 0,3 3 0 0,4 4 0 0,3 0 0 0,13 5 0 0,13 1 0 0,3 6 0 16,1 14 0-1,-8 6 0-15,-2 8 0 32,-2 10 0-32,2 7 0 0,-6 10 0 15,-5 7 0 1,-4 9 0-16,-6 9 0 15,-1 18 0 1,-11 8 0-16,-4 14 0 16,-2 15 0-1,-13 13 0-15,-9 9 0 16,-12 2 0-16,-10 8 0 16,-1 7 0-1,-13 6 0-15,-3 1 0 16,0 12 0-16,-2 2 0 15,-9 10 0 1,-6 10 0 0,0 8 0-16,5 0 0 15,8 5 0-15,2-2 0 16,-3 4 0 0,0-10 0-1,5 1 0-15,3-1 0 16,11-7 0-16,6-9 0 15,4 1 0 1,7 4 0 0,5-10 0-16,6-13 0 0,14-8 0 15,2-18 0 1,0-16 0-16,2-14 0 16,3-16 0-1,-2-12 0-15,1-10 0 16,2 0 0-16,6-2 0 15,0-5 0 1,-2-2 0 0,-3-10 0-16,-9-3 0 0,-3-10 0 31,-2 0 0-15,-7 1 0-16,-3 4 0 0,-8-3 0 15,0 5 0 1,-4 3 0-1,-4 2 0-15,-4 5 0 0,-2 6 0 32,-14-3 0-32,-5 0 0 0,-2 0 0 31,-7 2 0-31,-1 1 0 16,-2 1 0-16,0-3 0 0,8-5 0 31,8-1 0-16,12-5 0-15,-1-14 0 16,14-51 0-16,-8 43 0 16</inkml:trace>
  <inkml:trace contextRef="#ctx0" brushRef="#br0" timeOffset="22352.16">26253 9999 255 0,'4'88'0'0,"4"8"0"0,3 37 0 0,-5 14 0 0,0-6 0 0,-4-30 0 0,-2-22 0 16,0-89 0 0,-4 70 0-16,4-70 0 15,-12 26 0-15,1-28 0 16</inkml:trace>
  <inkml:trace contextRef="#ctx0" brushRef="#br0" timeOffset="22635.17">26257 10006 255 0,'0'0'0'0,"0"0"0"16,0 0 0-1,17 2 0-15,20 5 0 16,20 0 0 0,12 4 0-16,1-2 0 15,-5 3 0 1,-65-12 0-16,0 0 0 16,40 11 0-1,-22-5 0-15</inkml:trace>
  <inkml:trace contextRef="#ctx0" brushRef="#br0" timeOffset="22872.63">26364 10333 255 0,'0'0'0'0,"0"0"0"16,22 6 0-16,18 1 0 15,12 2 0 1,-2-1 0 0,-2 2 0-16,-48-10 0 15,47 13 0-15,-47-13 0 16,34 8 0 0</inkml:trace>
  <inkml:trace contextRef="#ctx0" brushRef="#br0" timeOffset="23131.22">26278 10936 255 0,'0'0'0'0,"0"0"0"15,0 0 0 1,27-2 0-16,30-11 0 16,27-8 0-16,15-1 0 15,5 4 0 1,-16 12 0-16,-88 6 0 0,67 0 0 31</inkml:trace>
  <inkml:trace contextRef="#ctx0" brushRef="#br0" timeOffset="23780.17">27229 10406 255 0,'0'0'0'0,"0"0"0"0,0 0 0 0,0 0 0 0,0 0 0 0,4 19 0 0,7 16 0 16,-5 15 0 0,-2 1 0-16,-1-4 0 15,-3-47 0-15,0 0 0 16,0 0 0 0,2 42 0-16,6-16 0 15,4-18 0-15,5-16 0 16,8-8 0-1,2-9 0 1,10 1 0-16,-4 3 0 16,-4 11 0-1,-13 18 0-15,-8 12 0 16,-1 12 0 0,-5 7 0-16,-2-39 0 15,0 0 0-15,4 50 0 16</inkml:trace>
  <inkml:trace contextRef="#ctx0" brushRef="#br0" timeOffset="24478.06">28006 10286 255 0,'0'0'0'0,"0"0"0"16,0 0 0 0,-18 18 0-16,-19 17 0 15,-7 16 0 1,-4 22 0-16,3 19 0 31,11 6 0-31,20-20 0 0,9-24 0 16,5-54 0-16,15 29 0 15,10-25 0 1,-4-20 0-16,4-12 0 16,6-23 0-1,12-26 0 1,8-23 0 0,-1-21 0-16,-8 0 0 15,-5 21 0-15,-11 16 0 16,-14 24 0-1,-12 60 0-15,0-45 0 16,0 45 0 0,-15-25 0-16,0 25 0 15,1 16 0-15,3 13 0 16,-3 14 0 0,3 22 0-16,5 15 0 15,4 23 0 1,8 7 0-16,7-3 0 15,5-15 0 1,0-19 0 0,-18-73 0-16,21 54 0 15,-1-24 0-15,3-20 0 16,-2-16 0-16,0-12 0 16,3-7 0-1,1-9 0-15,6-6 0 16,-31 40 0-1,32-39 0 1,-1 0 0-16,-31 39 0 16,0 0 0-16,27-34 0 15</inkml:trace>
  <inkml:trace contextRef="#ctx0" brushRef="#br0" timeOffset="24667.51">28566 10375 255 0,'-6'74'0'0,"2"-16"0"0,2 10 0 0,2-68 0 16,0 0 0-1,-2 53 0-15,-2-28 0 16,-1-21 0-1</inkml:trace>
  <inkml:trace contextRef="#ctx0" brushRef="#br0" timeOffset="24858.43">28523 10097 255 0,'0'0'0'15,"0"0"0"-15,0 0 0 16,0 0 0 0,0 0 0-16,0 0 0 15,0 0 0-15</inkml:trace>
  <inkml:trace contextRef="#ctx0" brushRef="#br0" timeOffset="25205.07">28735 10333 255 0,'0'0'0'16,"5"30"0"-16,-1 15 0 16,-2-3 0-1,0-7 0-15,1-13 0 16,6-14 0-1,4-12 0 1,7-11 0-16,3-10 0 16,-1-2 0-16,1 4 0 0,-1 4 0 31,-4 11 0-31,-5 12 0 16,-6 11 0-16,-5 14 0 15,-2 12 0 1,2 8 0-1,3-5 0-15,-5-44 0 0,9 32 0 32,2-23 0-32,2-5 0 0</inkml:trace>
  <inkml:trace contextRef="#ctx0" brushRef="#br0" timeOffset="25884.84">29430 10369 255 0,'0'0'0'0,"0"0"0"16,0 0 0-16,0 0 0 15,0 0 0 1,0 0 0 0,-10 13 0-16,-12 20 0 15,-2 19 0 1,-4 13 0-16,8 4 0 15,20-69 0-15,0 0 0 16,0 0 0 0,-5 49 0-16,23-44 0 15,0-20 0-15,1-14 0 16,0-11 0 0,2-8 0-16,-5 10 0 15,-6 8 0 1,-3 15 0-16,-5 9 0 15,-4 14 0 1,2 15 0-16,0 12 0 16,4 17 0-1,4 4 0-15,2 11 0 16,9 2 0-16,6 5 0 16,11 2 0-1,-5-6 0-15,2-4 0 16,-2-4 0-1,-9-8 0-15,-6-4 0 16,-8-3 0-16,-12-7 0 16,-9-6 0-1,-11-3 0 1,-10-7 0-16,-13-10 0 16,-10-12 0-16,-14-10 0 15,-10-20 0 1,8-9 0-16,73 37 0 15,-58-43 0-15,20 2 0 16,27 4 0 0,19-4 0-1,22 2 0-15,19-8 0 16,22-16 0-16,22-16 0 16,-14 9 0-1</inkml:trace>
  <inkml:trace contextRef="#ctx0" brushRef="#br0" timeOffset="26397.24">28731 12117 255 0,'0'72'0'0,"0"12"0"0,0 43 0 0,0 46 0 0,0 7 0 0,-4-38 0 15,-12-48 0-15,1-42 0 16</inkml:trace>
  <inkml:trace contextRef="#ctx0" brushRef="#br0" timeOffset="26840.33">28437 12147 255 0,'0'0'0'15,"0"0"0"-15,0-21 0 16,5-14 0 0,13-7 0-16,9 9 0 15,11 7 0-15,13 6 0 16,16 1 0 0,15 11 0-16,7 6 0 15,11 5 0 1,-8 12 0-16,-12 0 0 15,-14 8 0 1,-19-2 0-16,-12 4 0 16,-12 0 0-16,-15-2 0 31,-10 0 0-31,-15 2 0 16,-12 5 0-16,-19-2 0 15,-12 4 0 1,-11-7 0-16,-8-7 0 15,79-18 0 1,-80 10 0-16,17-10 0 16,22-6 0-16,17-1 0 15</inkml:trace>
  <inkml:trace contextRef="#ctx0" brushRef="#br0" timeOffset="27351.25">29588 12053 255 0,'0'0'0'16,"0"0"0"-16,0 0 0 0,-14 18 0 0,-18 20 0 0,-1 17 0 0,8 13 0 16,15 5 0-16,12-4 0 0,12-21 0 15,11-17 0-15,11-25 0 16,1-17 0-1,5-15 0-15,-2-7 0 16,7-19 0 0,-4-12 0-1,-12 3 0-15,-17 7 0 32,-18 10 0-32,-19 9 0 15,-12 13 0 1,-11 8 0-16,-5 12 0 15,4 14 0-15,7 6 0 16,6 3 0 0,14-2 0-16,9-8 0 15</inkml:trace>
  <inkml:trace contextRef="#ctx0" brushRef="#br0" timeOffset="27603.67">30156 12105 255 0,'0'0'0'16,"0"42"0"-1,0 31 0 1,0 18 0-16,0 8 0 0,0-22 0 15,0-77 0 17,-6 45 0-32,-3-45 0 0,5-10 0 15</inkml:trace>
  <inkml:trace contextRef="#ctx0" brushRef="#br0" timeOffset="27778.35">30143 11751 255 0,'0'0'0'0,"0"0"0"16,0 0 0 0,0 0 0-16,0 0 0 15,0 0 0-15</inkml:trace>
  <inkml:trace contextRef="#ctx0" brushRef="#br0" timeOffset="28142.42">30426 12010 255 0,'0'38'0'0,"0"15"0"15,0 1 0 17,0-8 0-32,0-10 0 0,0-13 0 0,5-10 0 31,-2-10 0-15,3-7 0-16,10-9 0 15,7-10 0-15,4-4 0 0,6 0 0 16,-2 9 0-1,-2 12 0 1,-6 14 0-16,-5 19 0 16,-7 13 0-16,-2 21 0 15,-2 11 0-15,4 10 0 16,-11-82 0 0,0 0 0-1,13 56 0-15</inkml:trace>
  <inkml:trace contextRef="#ctx0" brushRef="#br0" timeOffset="28524.8">31343 10878 255 0,'0'0'0'0,"0"0"0"0,0 0 0 0,0 20 0 0,0 25 0 0,-8 29 0 0,-2 38 0 0,-2 40 0 15,0 22 0 1,-1-1 0-16,-1-11 0 0,10-9 0 16,4-18 0-16,4-24 0 15,1-28 0 1,-5-83 0-16,0 0 0 16,-5 44 0-1,-6-40 0-15,5-8 0 16</inkml:trace>
  <inkml:trace contextRef="#ctx0" brushRef="#br0" timeOffset="28843.36">31026 11601 255 0,'0'0'0'0,"0"0"0"0,0 0 0 16,0 0 0-1,0 0 0 1,0 0 0-16,0 0 0 16,0 0 0-1,18 4 0-15,22 9 0 16,18 5 0-1,19 5 0-15,19 0 0 16,13-11 0-16,-9-9 0 16,-27-18 0-1,-27-3 0-15</inkml:trace>
  <inkml:trace contextRef="#ctx0" brushRef="#br0" timeOffset="32144.84">15744 6567 255 0,'-36'-44'0'0,"4"13"0"0,-1 1 0 0,-2 3 0 0,-6 3 0 0,-4 2 0 16,-5-1 0-1,-4-4 0 1,-11-4 0-16,-12-4 0 16,-6 3 0-1,1-5 0-15,-7 0 0 16,-4 1 0-16,-2 5 0 15,-2 1 0 1,-7 6 0-16,-2 0 0 16,-11 1 0-16,-3 3 0 15,-1 4 0 1,-3-4 0-16,5 6 0 16,3 5 0-1,3-1 0-15,-7 8 0 16,2 1 0-16,4 2 0 15,-1 3 0 1,-2 12 0-16,2 5 0 16,3 2 0-1,1 9 0-15,-2 2 0 16,11 6 0 0,3 4 0-1,8 5 0-15,8-2 0 16,2 8 0-16,3 1 0 15,-1 8 0 1,5 1 0-16,16 0 0 16,5 2 0-16,9-3 0 15,7 7 0 1,4 2 0-16,10 0 0 16,12 1 0-1,4-1 0-15,7-1 0 16,12 0 0-16,5-7 0 15,8-7 0 1,4 3 0 0,5-1 0-16,6-2 0 15,5-2 0-15,11 1 0 16,5-1 0 0,-2 1 0-16,9-1 0 15,3-7 0 1,8-2 0-1,3 3 0-15,3-4 0 16,5-8 0-16,4-1 0 16,7-10 0-1,4-4 0-15,8-5 0 16,11-4 0 0,1-8 0-16,7-6 0 15,3-2 0-15,1-9 0 16,-1-8 0-1,0-4 0-15,3-6 0 16,0-6 0-16,1-7 0 31,-3-12 0-31,-4-1 0 0,-4-9 0 32,-16-1 0-32,-12-10 0 0,-14 4 0 31,-4-6 0-31,-11-1 0 15,-14-2 0-15,-12-5 0 16,-12 5 0-16,-11-2 0 16,-8-2 0-16,-19 1 0 15,-17 5 0 1,-14 11 0-16,-13 11 0 31,-16 15 0-31,7 21 0 16</inkml:trace>
  <inkml:trace contextRef="#ctx0" brushRef="#br0" timeOffset="33432.37">14763 7884 255 0,'37'56'0'0,"-5"-11"0"0,3 8 0 0,1 10 0 0,3 11 0 0,11 5 0 0,-3 10 0 0,-4 2 0 0,5 3 0 0,5 7 0 0,0 12 0 0,3 5 0 16,-1 9 0-16,4-4 0 16,5-2 0-1,2 1 0 1,-4-3 0-16,-2-2 0 15,-1-6 0 1,-5-3 0-16,-9-10 0 16,-10-5 0-16,-13-17 0 15,-3-12 0 1,-19-64 0-16,0 0 0 16,11 42 0-16,-11-42 0 15,0 0 0 1,14 36 0-16,-4-18 0 15,-5-13 0-15</inkml:trace>
  <inkml:trace contextRef="#ctx0" brushRef="#br0" timeOffset="34670.8">20317 6739 255 0,'47'-79'0'0,"-22"29"0"0,-7-4 0 15,-13-2 0-15,-12-2 0 0,-13 0 0 0,-9-3 0 16,-14 4 0 0,-17-6 0-16,-12 3 0 0,-13 0 0 15,-6 3 0 1,-11-3 0 0,-17 9 0-16,-12 2 0 15,-7 7 0 1,-10 9 0-16,-1 13 0 15,-14 5 0-15,-12 9 0 16,-4 12 0 0,0 5 0-16,1 10 0 15,5 8 0-15,10 4 0 16,0 14 0 0,4 1 0-16,7 11 0 15,11 10 0 1,6 1 0-16,4 12 0 15,8 5 0-15,17 10 0 16,17 4 0 0,17 5 0-16,9 9 0 15,15 0 0 1,9 1 0-16,19-3 0 16,13-3 0-1,14-3 0-15,15-2 0 16,19-6 0-16,11-14 0 15,6-1 0 1,11-1 0-16,20 0 0 16,8-8 0-1,3-3 0-15,13-4 0 16,16-3 0 0,9-9 0-16,3-6 0 15,3-10 0-15,-1-9 0 16,5-15 0-1,2-13 0-15,2-13 0 16,4-13 0 0,3-13 0-16,7-12 0 15,2-14 0-15,-3-16 0 16,-11-11 0 0,-5-3 0-1,-4-12 0 1,-5-2 0-16,-7-13 0 15,-10-4 0 1,-12-4 0-16,-13-2 0 16,-17 1 0-16,-8 1 0 15,-25-4 0-15,-21 8 0 16,-18 11 0 0,-22 13 0-16,-16 8 0 15,-18 18 0 1,-17 13 0-16,7 16 0 15</inkml:trace>
  <inkml:trace contextRef="#ctx0" brushRef="#br0" timeOffset="35659.72">18378 8224 255 0,'60'-13'0'0,"-5"1"0"0,14 8 0 0,2 4 0 0,7 12 0 0,0 9 0 16,-9 18 0 15,-4 7 0-31,-7 7 0 0,-2 11 0 0,-1 14 0 16,-6 11 0-1,-11 9 0-15,-7 6 0 16,-2 21 0 0,-11 20 0-16,-10 10 0 15,-14-3 0 1,-10 7 0-16,-9 3 0 16,-4 10 0-1,-10 5 0-15,-2 5 0 16,0-4 0-16,-17-4 0 15,-10 6 0 1,-6 2 0-16,-5 5 0 16,3 9 0-1,-7 4 0 1,-7 7 0 0,-1 0 0-16,-3-9 0 0,5-1 0 15,-4 1 0 1,-7-2 0-16,-6 1 0 15,-2-8 0-15,0-3 0 32,2-9 0-32,-3-3 0 15,-1 0 0-15,5-5 0 16,4-7 0-16,3-3 0 16,-2-4 0-16,-6-1 0 15,2 0 0 1,-3-1 0-16,1-6 0 31,7 1 0-31,14-10 0 16,0-1 0-1,10-12 0-15,9-11 0 0,4-13 0 16,13-20 0-16,8-13 0 31,0-17 0-31,10-20 0 16</inkml:trace>
  <inkml:trace contextRef="#ctx0" brushRef="#br0" timeOffset="39091.8">15721 10469 255 0,'-36'59'0'0,"0"-2"0"0,-10 19 0 0,-12 25 0 0,-15 29 0 0,-12 14 0 0,-10 0 0 0,2 0 0 0,-13-4 0 0,-11 6 0 0,-16 11 0 0,-2 13 0 16,-4 7 0-16,-3 6 0 15,13 5 0 1,4 3 0-16,6-1 0 15,13-9 0 1,5-2 0-16,3-3 0 16,5-5 0-16,10-10 0 15,9-9 0 1,8-11 0-16,13-16 0 16,13-8 0-1,21-21 0-15,16-16 0 16,17-6 0-16,13-11 0 15,10-9 0 1,20 3 0-16,18 4 0 16,19 3 0-1,14 4 0-15,17 10 0 16,7 2 0 0,-2 1 0-16,9-1 0 15,9 3 0-15,6-1 0 16,3 2 0-1,-5-11 0-15,-9-3 0 16,-36-11 0 0,-41-17 0-1</inkml:trace>
  <inkml:trace contextRef="#ctx0" brushRef="#br0" timeOffset="40536.12">10410 12855 255 0,'-37'-43'0'0,"2"14"0"0,-6 3 0 0,-3 6 0 0,-11 11 0 0,-15 10 0 16,-24 16 0-16,-12 19 0 16,-1 24 0-16,-3 21 0 15,9 19 0 1,24 16 0-16,20 7 0 15,22 7 0-15,17-7 0 16,22-23 0 0,23-19 0-16,10-14 0 15,14-15 0 1,9-17 0-16,11-8 0 16,12-12 0-1,6-15 0 1,10-13 0-16,-2-12 0 15,-4-11 0 1,1-10 0-16,-2-3 0 16,-7-5 0-16,0-2 0 15,-6 0 0 1,-9 2 0-16,-2 5 0 0,-5 3 0 31,-10 0 0-31,-10 7 0 0,-10 3 0 31,-7 0 0-31,-9 3 0 16,-17 33 0-16,10-41 0 16,-8-2 0-1,-2 43 0-15,-12-33 0 16,-10 15 0-16,-3 14 0 16,-6 12 0-1,-5 17 0 1,-5 20 0-16,4 24 0 0,0 23 0 31,17 13 0-15,30-16 0-1,5-18 0-15,13-18 0 0,3-20 0 0,4-12 0 32,-2-15 0-32,-4-10 0 15,0-10 0-15,4-11 0 16,0-17 0-16,-2-19 0 15,-9-16 0-15,-9-9 0 16,-10-1 0 15,-16 9 0-31,-12 11 0 16,-8 20 0 0,33 47 0-16,-44-23 0 15,4 27 0-15,11 19 0 16,5 2 0-16</inkml:trace>
  <inkml:trace contextRef="#ctx0" brushRef="#br0" timeOffset="40983.69">11305 12891 255 0,'0'74'0'0,"0"-16"0"0,0 20 0 0,0 14 0 0,-2-5 0 0,2-87 0 0,0 0 0 0,0 0 0 15,0 47 0 1,12-44 0-16,11-22 0 16,6-12 0-1,11-14 0 1,6-7 0-16,-4 2 0 16,-11 17 0-1,-11 13 0-15,-7 23 0 16,-9 15 0-16,0 23 0 15,-8 25 0 1,0 28 0-16,6 33 0 16,0-6 0-1,-2-121 0-15,-8 80 0 16</inkml:trace>
  <inkml:trace contextRef="#ctx0" brushRef="#br0" timeOffset="41618.54">11862 12468 255 0,'0'41'0'0,"0"19"0"0,-3 15 0 0,-3 21 0 0,4 9 0 0,2-2 0 0,6-1 0 16,-4-10 0-16,1-15 0 31,-3-77 0-31,4 65 0 15,-4-65 0 1,0 0 0-16,0 0 0 16,4 41 0-1,2-36 0 1,-6-12 0-16,0-16 0 0,-8-11 0 16,4-9 0-1,-5-7 0-15,-2 0 0 16,-3 10 0-1,14 40 0-15,-20-26 0 16,2 14 0 0,2 17 0-16,3 9 0 15,0 7 0 1,3 4 0-16,10-1 0 16,0-24 0-16,14 21 0 15,10-10 0 1,8-9 0-16,5-8 0 15,7-12 0 1,1-1 0-16,-6 0 0 16,2-2 0-1,-41 21 0 1,0 0 0 0,38-17 0-16</inkml:trace>
  <inkml:trace contextRef="#ctx0" brushRef="#br0" timeOffset="42001.36">12266 12878 255 0,'0'0'0'0,"0"28"0"0,0 22 0 0,0 3 0 0,0 18 0 0,0 11 0 0,0-4 0 0,0-78 0 16,-2 62 0-16,2-62 0 31,0 0 0-31,-6 25 0 16,6-32 0-16,8-13 0 15,8-7 0-15,7-4 0 16,11-7 0 0,1 0 0-16,3 2 0 15,0 3 0 1,-5 0 0-16,-8 4 0 16</inkml:trace>
  <inkml:trace contextRef="#ctx0" brushRef="#br0" timeOffset="42448.5">12748 12835 255 0,'0'0'0'15,"0"0"0"-15,0 0 0 16,0 0 0-16,-2 24 0 16,-7 28 0-1,2 13 0-15,2 4 0 16,3-4 0 0,11-13 0-16,-9-52 0 15,16 27 0-15,9-16 0 16,-1-15 0-1,-2-12 0-15,-2-9 0 16,-3-9 0 0,3-12 0-16,-12-6 0 15,-8 2 0 1,-11 4 0-16,-10 8 0 16,-3 13 0-1,0 14 0-15,-1 11 0 16,3 11 0-16,4 5 0 15,7-3 0 1,4-4 0 0</inkml:trace>
  <inkml:trace contextRef="#ctx0" brushRef="#br0" timeOffset="42960.75">13259 12232 255 0,'0'0'0'15,"0"0"0"-15,0 0 0 0,0 20 0 0,-6 25 0 0,0 24 0 0,-1 27 0 0,1 42 0 31,2 21 0-31,2-10 0 0,-2-30 0 16,4-32 0-16,-5-26 0 16,1-24 0-1</inkml:trace>
  <inkml:trace contextRef="#ctx0" brushRef="#br0" timeOffset="43562.44">10582 14766 255 0,'18'79'0'0,"6"-5"0"0,3 33 0 0,0 35 0 0,-2 9 0 0,-6-19 0 0,-10-32 0 16,-6-32 0-16,-3-68 0 15,-14 40 0-15,1-23 0 16</inkml:trace>
  <inkml:trace contextRef="#ctx0" brushRef="#br0" timeOffset="44054.81">10405 14754 255 0,'0'0'0'0,"0"0"0"16,21-16 0-16,14-13 0 15,11-4 0 1,16-3 0-16,8 7 0 15,9 4 0 1,9 8 0-16,-3 11 0 16,-7 8 0-1,-4 10 0-15,-11 9 0 16,-17 5 0 0,-8 4 0-16,-13 2 0 15,-15 11 0-15,-10 2 0 16,-13 3 0-1,-11 4 0-15,-18 10 0 16,-13-3 0 0,-9-6 0-16,-3-10 0 15,2-9 0 1,3-14 0-16,14-16 0 16,15-14 0-1,7-9 0-15,9-6 0 16,1 1 0-16</inkml:trace>
  <inkml:trace contextRef="#ctx0" brushRef="#br0" timeOffset="44585.53">11354 14451 255 0,'0'0'0'0,"-12"27"0"0,-7 15 0 0,7 7 0 0,6 10 0 0,4 18 0 16,10 15 0-1,13 0 0-15,5-17 0 16,5-26 0 15,3-21 0-31,0-14 0 0,-1-15 0 16,-2-16 0-16,-6-5 0 15,0-11 0 1,4-17 0-16,-6-16 0 16,-5-9 0-16,-3-7 0 15,-10-3 0-15,-15 4 0 16,-9 8 0 0,-13 10 0-1,-9 14 0-15,-3 17 0 16,-8 28 0-16,5 26 0 15,4 25 0-15,-3 32 0 16,-1 39 0 0,8-5 0-16</inkml:trace>
  <inkml:trace contextRef="#ctx0" brushRef="#br0" timeOffset="44925.34">11907 14346 255 0,'0'0'0'0,"0"27"0"0,0 20 0 0,0 11 0 0,0 25 0 0,0 22 0 0,0 5 0 0,8-20 0 0,-8-90 0 0,9 70 0 31,-9-33 0-31</inkml:trace>
  <inkml:trace contextRef="#ctx0" brushRef="#br0" timeOffset="45332.52">11946 14141 255 0,'0'0'0'0,"0"0"0"0,0 0 0 0,0 0 0 0,0 0 0 0</inkml:trace>
  <inkml:trace contextRef="#ctx0" brushRef="#br0" timeOffset="45783.83">12284 14248 255 0,'0'0'0'15,"0"32"0"1,5 17 0-16,-3 8 0 15,2 16 0 1,-2 7 0-16,0-6 0 31,-2-74 0-31,0 0 0 0,0 0 0 16,3 50 0-16,0-37 0 16,1-20 0-1,0-12 0 1,7-3 0-16,6-2 0 15,-2 0 0-15,1 7 0 32,-3 9 0-32,-4 12 0 0,0 14 0 15,-2 16 0 1,-3 10 0-16,-2 16 0 31,5 9 0-31,2-3 0 16,-9-66 0-16,3 45 0 0</inkml:trace>
  <inkml:trace contextRef="#ctx0" brushRef="#br0" timeOffset="46100.76">12678 13753 255 0,'0'0'0'0,"0"0"0"16,0 0 0-16,0 0 0 16,0 0 0-1,0 22 0-15,-4 24 0 16,-4 30 0 0,-2 40 0-16,-3 36 0 15,3 9 0 1,10-19 0-16,12-33 0 15,-6-23 0 1,3-20 0 0,2-17 0-16,-11-49 0 15,3 42 0-15,-6-12 0 16</inkml:trace>
  <inkml:trace contextRef="#ctx0" brushRef="#br0" timeOffset="46370.91">12483 14611 255 0,'0'0'0'0,"0"0"0"15,0 0 0-15,20 4 0 16,23 5 0 0,9-2 0-16,-3-2 0 15,-4-4 0 1,-12 2 0-16</inkml:trace>
  <inkml:trace contextRef="#ctx0" brushRef="#br0" timeOffset="46831.32">13088 14405 255 0,'0'0'0'0,"0"0"0"15,0 0 0-15,0 0 0 16,0 0 0 0,-11 4 0-1,-13 9 0-15,4 8 0 0,8 4 0 16,5 1 0 0,11 0 0-1,7 2 0 1,8-4 0-16,3-4 0 0,7 3 0 31,6-1 0-31,0-2 0 0,-35-20 0 31,33 21 0-31,-33-21 0 0,22 27 0 16,-16-6 0-16,-15 7 0 16,-8-1 0-1,-10-3 0-15,-20 5 0 16,-15-4 0-1,-19-3 0 1,-8-6 0 0,1-5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8:35:02.2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21278 9305 255 0,'0'-50'0'0,"4"13"0"0,14-15 0 0,18-9 0 0,13-2 0 0,7-3 0 31,4 10 0-31,-2 18 0 16,-1 16 0-16,-6 12 0 15,-5 10 0-15,7 3 0 16,5-3 0-1,21-16 0-15,27-20 0 16,45-36 0-16,39-37 0 16,12-25 0-1,-22 5 0 1,-30 5 0 0,-59 44 0-16</inkml:trace>
  <inkml:trace contextRef="#ctx0" brushRef="#br0" timeOffset="825.45">23775 7399 255 0,'0'0'0'0,"0"0"0"0,-13-13 0 0,-12-15 0 0,-4 3 0 0,-7 3 0 16,-3 13 0-1,-9 14 0 1,-10 15 0-16,-10 20 0 0,2 21 0 16,10 8 0-1,26-10 0-15,23-15 0 16,18-13 0-16,15-10 0 16,9-8 0-1,19 0 0-15,12 1 0 16,11 1 0-1,1 7 0-15,-13 10 0 16,-25 2 0 0,-30-5 0-16,-24-2 0 15,-9 0 0 1,-22 1 0-16,-28 4 0 16,-31 4 0-1,-20-1 0-15,5-10 0 16,27-13 0-16,36-12 0 15,22-12 0 1,23-13 0-16,7 1 0 16</inkml:trace>
  <inkml:trace contextRef="#ctx0" brushRef="#br0" timeOffset="1292.81">24321 6827 255 0,'0'0'0'0,"0"0"0"0,0 0 0 0,0 18 0 0,-10 23 0 0,-9 23 0 0,-12 27 0 0,-11 43 0 31,4 20 0-31,-1-9 0 16,7-29 0-16,19-25 0 15,4-26 0 1,9-65 0-16,-2 51 0 62,2-51 0-30,0 20 0-17,0-29 0-15,0-2 0 0</inkml:trace>
  <inkml:trace contextRef="#ctx0" brushRef="#br0" timeOffset="1492.24">23904 7399 255 0,'0'0'0'0,"0"0"0"0,0 0 0 16,0 0 0-16,27 2 0 0,31 3 0 0,22-2 0 0,10 0 0 0,-9-1 0 0</inkml:trace>
  <inkml:trace contextRef="#ctx0" brushRef="#br0" timeOffset="1903.86">24743 7417 255 0,'0'0'0'0,"0"0"0"16,-20 7 0-16,-17 10 0 16,-11 26 0-1,-1 17 0 1,-2 26 0 15,15 9 0-31,36-95 0 0,-16 79 0 0,16-79 0 16,6 47 0-16,13-34 0 15,1-18 0 1,4-12 0 0,4-16 0-16,5-13 0 15,2-10 0 1,2-4 0-16,-11 9 0 0,-8 16 0 15,-7 12 0 1,-4 16 0-16,-7 14 0 16,-4 16 0-1,-6 6 0-15,6 12 0 16,4 11 0 0,0-7 0-1,8-12 0-15,4-22 0 16,-2-3 0-16</inkml:trace>
  <inkml:trace contextRef="#ctx0" brushRef="#br0" timeOffset="2199.71">25057 7581 255 0,'0'0'0'0,"0"0"0"0,0 0 0 0,0 19 0 0,0 23 0 16,-2 13 0-16,-4 0 0 16,0-8 0-16,0-22 0 15,1-13 0 1,3-16 0-16,2-7 0 16,7-8 0-1,11-3 0-15,15-1 0 0,12 0 0 16,7 13 0-1,-4 10 0-15,-48 0 0 32,47 5 0-32</inkml:trace>
  <inkml:trace contextRef="#ctx0" brushRef="#br0" timeOffset="2884.17">25996 6591 255 0,'0'0'0'0,"0"0"0"0,-4 27 0 0,-5 25 0 0,-9 26 0 0,-11 37 0 0,-11 34 0 0,2 6 0 31,9-20 0-31,8-31 0 16,8-26 0-1,1-10 0-15,2-17 0 16,10-51 0-16,0 0 0 0,0 0 0 31,-7 35 0-15,5-21 0-16,2-19 0 15,0-15 0-15,-5-17 0 16,-2-11 0 0,-6-2 0-16,-11 4 0 15,24 46 0 1,-31-38 0-16,31 38 0 15,0 0 0 1,-32-22 0 0,32 22 0-16,-19-15 0 0,21 11 0 15,15-2 0 1,12-3 0-16,5 0 0 16,5 5 0-1,6 8 0-15,-4 11 0 16,-5 19 0-1,-7 20 0-15,-5 20 0 16,-3 15 0 0,-6-1 0-16,-15-88 0 15,6 62 0-15,-2-26 0 16,0-36 0 0,-8-11 0-16</inkml:trace>
  <inkml:trace contextRef="#ctx0" brushRef="#br0" timeOffset="3049.25">26051 7153 255 0</inkml:trace>
  <inkml:trace contextRef="#ctx0" brushRef="#br0" timeOffset="3406.55">26340 7459 255 0,'-13'104'0'0,"3"-42"0"15,0-13 0-15,4-17 0 16,3-14 0-16,3-13 0 16,3-9 0-16,7-14 0 31,6-6 0-31,7 0 0 15,4-2 0 1,2 6 0-16,-7 13 0 0,-1 8 0 16,-4 14 0-1,-1 13 0 1,-7 12 0-16,-1 13 0 16,-8-53 0-16,12 54 0 15,1-13 0-15</inkml:trace>
  <inkml:trace contextRef="#ctx0" brushRef="#br0" timeOffset="4215.22">27096 7690 255 0,'0'0'0'0,"0"0"0"0,0 0 0 0,0 0 0 0,-3-7 0 15,-6-9 0-15,5 3 0 16,-3 1 0 0,1 6 0-1,-2 0 0-15,3-2 0 16,-4 5 0-16,3-3 0 16,2 2 0-1,-3 2 0-15,2 1 0 16,-2-2 0-16,1 0 0 15,-1 3 0 1,-4 3 0-16,-4 5 0 16,-6 8 0-1,-2 9 0-15,-4 4 0 16,-3 11 0-16,5 0 0 16,25-40 0-1,-14 41 0-15,14-5 0 16,12-13 0-1,5-10 0 1,9-13 0-16,3-10 0 16,-2-3 0-16,-1-2 0 15,-1 3 0 1,-3 7 0-16,0 7 0 16,2 13 0-1,-9 10 0-15,1 16 0 16,-1 13 0-1,1 11 0-15,-7 4 0 16,-7-2 0-16,-11-7 0 16,-11-1 0-1,-9-3 0 1,-12-3 0 0,-11-1 0-16,-12-1 0 0,-10-7 0 15,5-19 0-15,9-15 0 16,18-23 0-1,23-15 0-15,21-12 0 16,13-19 0 0,4-5 0-16</inkml:trace>
  <inkml:trace contextRef="#ctx0" brushRef="#br0" timeOffset="5139.53">17886 9318 255 0,'-78'-16'0'0,"14"-7"0"0,-7-6 0 0,-4-8 0 0,2-10 0 0,10-5 0 0,14-4 0 0,7-10 0 0,13-4 0 0,18-2 0 0,15-6 0 15,17-9 0 1,20-13 0 0,26-15 0-16,32-23 0 15,24-19 0-15,29-18 0 16,0 11 0 0,-53 53 0-16</inkml:trace>
  <inkml:trace contextRef="#ctx0" brushRef="#br0" timeOffset="6120.72">19154 6368 255 0,'0'0'0'0,"0"0"0"0,0 0 0 0,-2-15 0 0,-12-22 0 0,-3-6 0 0,-6 9 0 0,-9 7 0 0,-5 10 0 16,-15 10 0-16,-4 18 0 15,-14 19 0 1,-16 29 0 0,-11 30 0-16,18 26 0 15,28 9 0 1,29-11 0-16,26-27 0 15,24-26 0-15,17-17 0 16,19-13 0 0,17-16 0-16,15-18 0 15,-15-4 0-15</inkml:trace>
  <inkml:trace contextRef="#ctx0" brushRef="#br0" timeOffset="6597.95">19579 6577 255 0,'0'0'0'15,"0"0"0"-15,0 0 0 16,0 0 0-16,-16 0 0 15,-22 4 0 1,-6 15 0-16,-1 16 0 31,-2 18 0-31,6 15 0 16,10 3 0-16,20 0 0 16,14-15 0-1,17-18 0-15,11-18 0 16,4-15 0-16,15-18 0 31,6-14 0-31,4-20 0 0,-3-12 0 16,-8-8 0-16,-20 2 0 15,-27 9 0 1,-16 4 0-16,-5 6 0 31,-6 15 0-31,0 12 0 0,2 13 0 16,8 10 0-1,1 2 0 1,5 2 0-16,7-1 0 16,4-3 0-16</inkml:trace>
  <inkml:trace contextRef="#ctx0" brushRef="#br0" timeOffset="6937.9">19853 6556 255 0,'0'0'0'0,"-3"27"0"0,-4 15 0 0,0-3 0 16,3-3 0-16,0-11 0 15,4-7 0-15,4-8 0 16,5-10 0-1,9-7 0-15,11-6 0 16,2 0 0 0,0 4 0-16,1 4 0 15,-5 10 0 1,-12 13 0-16,-6 9 0 16,-2 3 0-16,-7-30 0 15,5 35 0 1,5-10 0-16,6-11 0 15,4-20 0 1,-2-13 0-16</inkml:trace>
  <inkml:trace contextRef="#ctx0" brushRef="#br0" timeOffset="7693.42">20586 5818 255 0,'0'0'0'16,"0"0"0"-16,0 0 0 15,0 0 0-15,-3 25 0 16,-5 29 0 0,-5 26 0-1,-14 21 0-15,2 6 0 0,6-4 0 16,4-19 0-1,1-14 0 1,1-20 0-16,5-9 0 16,8-41 0-1,0 0 0-15,0 0 0 16,-10 29 0 0,10-29 0-16,-2 19 0 15,4-15 0 1,3-10 0-16,0-13 0 15,1-6 0 1,-4-6 0-16,-6-5 0 16,-8-4 0-16,12 40 0 15,-17-33 0 1,-10 13 0-16,5 13 0 16,2 10 0-16,20-3 0 15,-14 10 0 1,14 7 0-16,0-17 0 15,14 11 0 1,10-11 0-16,7-9 0 16,5-7 0-16,6-6 0 15,-42 22 0 1,41-19 0-16,-4 14 0 31,-12 10 0-31,-6 16 0 0,-4 15 0 31,-1 22 0-31,-2 8 0 16,0 0 0-16,-12-66 0 16,0 0 0-16,0 0 0 15,9 45 0 1,-3-30 0-16,5-18 0 0,-2-9 0 31,6-13 0-31,5-2 0 16,9 0 0-1,11 0 0 1,7 8 0-16,-47 19 0 16,47-17 0-16</inkml:trace>
  <inkml:trace contextRef="#ctx0" brushRef="#br0" timeOffset="8075.39">21163 6426 255 0,'-36'62'0'0,"14"-10"0"0,9 7 0 0,13-11 0 0,6-20 0 0,8-15 0 0,4-13 0 16,6-13 0-16,1-8 0 15,-8-6 0 1,-2-1 0-16,-13-1 0 16,-6 2 0-16,-13 2 0 15,0 9 0 1,-2 2 0-16,9 1 0 15,0-2 0 1,12-7 0-16,8-5 0 16</inkml:trace>
  <inkml:trace contextRef="#ctx0" brushRef="#br0" timeOffset="8282.95">21611 5880 255 0,'0'0'0'0,"0"0"0"16,-9 32 0-16,-11 28 0 15,-8 38 0 1,-3 35 0-16,0 7 0 16,4-1 0-1,-8-22 0 1,-13-16 0-16,6-26 0 0</inkml:trace>
  <inkml:trace contextRef="#ctx0" brushRef="#br0" timeOffset="8702.78">18851 7533 255 0,'11'89'0'0,"10"13"0"16,6 28 0-16,-4 1 0 0,-19-35 0 0,-8-45 0 0</inkml:trace>
  <inkml:trace contextRef="#ctx0" brushRef="#br0" timeOffset="9109.85">18820 7479 255 0,'0'0'0'16,"0"0"0"-16,29-11 0 15,24-6 0-15,24-3 0 16,19 3 0-16,1 11 0 15,-22 7 0 1,-18 8 0-16,-57-9 0 16,38 18 0-1,-18 5 0-15,-18 0 0 16,-13-1 0 0,-13 7 0-16,-19 14 0 15,-18 8 0 1,-12 3 0-16,-6-10 0 15,12-15 0 1,19-12 0 0,19-16 0-16,13-10 0 15,9 0 0 1</inkml:trace>
  <inkml:trace contextRef="#ctx0" brushRef="#br0" timeOffset="9663.27">19709 7544 255 0,'0'0'0'0,"0"0"0"0,0 0 0 0,0 0 0 0,0 0 0 0,-9-9 0 16,-11-7 0-16,-1 6 0 15,-2 12 0 1,-5 12 0-16,-1 13 0 16,-2 17 0-16,-2 21 0 15,6 20 0-15,15-3 0 32,22-24 0-32,16-24 0 15,2-20 0 1,7-19 0-16,1-10 0 15,8-15 0-15,-1-8 0 16,-5-9 0 0,-7-4 0-16,-18 0 0 15,-11 10 0 1,-15 4 0-16,-5 4 0 16,-2 16 0-1,2 11 0-15,1 4 0 16,1-3 0-1,7 1 0-15</inkml:trace>
  <inkml:trace contextRef="#ctx0" brushRef="#br0" timeOffset="9885.56">19978 7479 255 0,'0'0'0'16,"0"27"0"-16,0 20 0 15,0 9 0-15,0 13 0 16,0 1 0 0,0-70 0-16,0 61 0 15,0-61 0 1,0 0 0-16,0 37 0 16,0-26 0-1</inkml:trace>
  <inkml:trace contextRef="#ctx0" brushRef="#br0" timeOffset="10070.89">20011 7254 255 0,'0'0'0'16,"0"0"0"-16,0 0 0 15,3 17 0 1,3 19 0-16,0-2 0 0</inkml:trace>
  <inkml:trace contextRef="#ctx0" brushRef="#br0" timeOffset="10424.19">20243 7496 255 0,'0'0'0'0,"0"0"0"0,-4 24 0 16,-3 17 0-1,1-6 0 1,4-9 0-16,6-17 0 0,13-15 0 31,10-10 0-31,0-4 0 16,-1-2 0-1,-2 3 0-15,1 13 0 0,-3 10 0 16,-9 15 0 0,-4 14 0-16,-5 15 0 15,3 8 0 1,-7-56 0 0,18 50 0-16,9-20 0 15,3-35 0-15,-9-9 0 16</inkml:trace>
  <inkml:trace contextRef="#ctx0" brushRef="#br0" timeOffset="10534.25">20969 7120 255 0,'0'0'0'0,"0"0"0"16,0 0 0-16,0 0 0 0</inkml:trace>
  <inkml:trace contextRef="#ctx0" brushRef="#br0" timeOffset="10866.24">21123 7052 255 0,'0'0'0'32,"0"0"0"-32,-14 31 0 15,-10 24 0 1,-7 36 0-16,-6 32 0 15,6 7 0 1,14-31 0-16,17-99 0 16,0 0 0-16,0 0 0 15,-9 32 0-15,4-39 0 32,5-18 0-32,-2-3 0 15,2 28 0 1,0 0 0-16,2-26 0 15,7 10 0-15,8 14 0 16,8 14 0 0,16 9 0-16,21 6 0 15,23 4 0 1,28 0 0-16,-21-8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8:35:45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7441 7046 255 0,'48'-25'0'0,"-17"12"0"0,1 4 0 0,-3 5 0 0,-8 1 0 0,-4 6 0 0,-5 1 0 0,-10 3 0 0,-11 1 0 16,-7-4 0-16,-2 2 0 0,1-6 0 31,-2 0 0-31,5 0 0 0,6-3 0 32,5-4 0-32,6-6 0 15,-1 2 0-15</inkml:trace>
  <inkml:trace contextRef="#ctx0" brushRef="#br0" timeOffset="2731.63">7559 7024 255 0,'0'0'0'0,"0"0"0"0,0 0 0 0,0 0 0 0,0 0 0 0,0 0 0 16,0 0 0-1,0 0 0-15,0 0 0 16,0 0 0-1,0 0 0-15,0 0 0 16,0 0 0-16,0 0 0 16,0 0 0-16,0 0 0 15,0 0 0 1,0 0 0-16,0 0 0 16,0 0 0-1,20 0 0 1,18 0 0-1,5 0 0-15,-2 0 0 16,2 4 0-16,5-1 0 16,-48-3 0-16,55 4 0 15,15-3 0-15,1 4 0 16,3-5 0 15,-2 3 0-31,-10-3 0 16,-8 0 0-1,5 2 0-15,1 3 0 16,-2-2 0-16,1 7 0 16,3 0 0-1,10-1 0-15,3-2 0 16,-3 0 0 0,4 0 0-16,2-5 0 15,-8-2 0-15,-5 0 0 16,5-2 0-1,10 0 0-15,-9 2 0 16,2 2 0 0,0-2 0-16,-3 2 0 15,-2-2 0 1,-6 5 0 0,9-3 0-16,0 0 0 0,5-2 0 15,-2 0 0 1,-3 0 0-16,4 0 0 15,-4 0 0 1,0 0 0-16,4 2 0 16,0 1 0-1,0-2 0-15,-2-1 0 16,1 0 0-16,4 0 0 16,-2-4 0-1,1-2 0 1,0 3 0-16,-2-1 0 15,2 0 0 1,5 1 0-16,-2 1 0 16,5 2 0-16,2-3 0 15,1 3 0 1,-1 0 0-16,1-2 0 16,-1 0 0-16,-2 0 0 15,2 2 0 1,5 2 0-1,6 2 0-15,-4 1 0 16,1 0 0-16,3-1 0 16,2-4 0-1,1 2 0-15,-1-2 0 16,4-4 0 0,-1-3 0-1,-4 0 0-15,5-4 0 16,-8 3 0-16,3 1 0 15,-2 3 0-15,0 0 0 16,-4-1 0 0,2 0 0-16,-2 0 0 15,3 0 0 1,-2 2 0-16,-3-3 0 16,1-4 0-1,0 3 0-15,2 1 0 0,-8-3 0 16,2 2 0-1,3 0 0 1,6 3 0-16,-4-3 0 16,5 2 0-1,-5 1 0-15,2 1 0 16,0 1 0-16,-1-2 0 16,-2 0 0-1,2-3 0-15,-5 2 0 16,1-1 0-1,6-1 0 1,0 2 0 0,5 2 0-16,1-1 0 0,2 4 0 15,-2 0 0 1,7-1 0 0,2-2 0-1,5 2 0-15,-1-4 0 16,-9-2 0-16,3 2 0 15,-2 5 0 1,0 3 0-16,0 3 0 16,3 2 0-1,-1-4 0-15,4 1 0 16,-1 0 0-16,-3 2 0 16,4-1 0-1,-5-3 0-15,3 2 0 16,-3-3 0-1,5-2 0-15,-1 2 0 16,-3 3 0 0,3-3 0-16,1-2 0 15,-2 2 0 1,1 0 0-16,5-2 0 16,-2 0 0-16,0 0 0 15,-1 0 0 1,-7 0 0-1,1 0 0-15,-6 0 0 16,-3 0 0-16,4-2 0 16,-2 2 0-1,4 0 0 1,-4-2 0-16,-2 4 0 16,-4 0 0-16,2-2 0 0,-4-2 0 15,-1 4 0 16,-3 3 0-31,-3-4 0 16,-6 2 0-16,-1-3 0 16,-2 0 0-16,3 0 0 15,-2 0 0-15,-1 0 0 16,0 2 0 0,-1-2 0-16,1 0 0 15,-6 0 0-15,-2 0 0 16,-6-2 0-1,5 2 0-15,3-3 0 16,-4 2 0 0,-5-2 0-1,1 1 0-15,2 2 0 16,-1 0 0 0,-1-2 0-16,0 2 0 0,0-2 0 15,-1 0 0 1,0 0 0-16,2-1 0 31,0-1 0-31,-2-1 0 0,-1 2 0 16,0 0 0-1,-1 3 0 1,1 3 0-16,-1-2 0 0,-2-1 0 16,-58 0 0-1,59 0 0 1,-1 2 0-1,-58-2 0-15,48 0 0 0,-48 0 0 32,0 0 0-32,44 3 0 0,-44-3 0 15,27-5 0-15,-16-2 0 16,-9-5 0 0,0 3 0-16</inkml:trace>
  <inkml:trace contextRef="#ctx0" brushRef="#br0" timeOffset="3399.77">22855 6398 255 0,'0'0'0'0,"0"0"0"0,0 0 0 0,0 0 0 0,0 0 0 0,0 0 0 0,0 0 0 16,0 0 0-16,0 0 0 15,23 13 0-15,18 18 0 16,17 12 0-1,22 19 0-15,11 14 0 16,1 1 0 0,-8 0 0-16,-7-14 0 15,-10-11 0 1,-4-8 0-16,-7-1 0 16,-5-10 0-16,-2 1 0 15,-9-3 0 1,-40-31 0-1,0 0 0-15,25 23 0 16,-23-8 0-16,-19-1 0 16,-26-4 0-1,-42 4 0-15,-61 4 0 16,-82 14 0-16,-40 11 0 16,8 7 0-1,30 2 0-15,15-5 0 16,74-20 0-1</inkml:trace>
  <inkml:trace contextRef="#ctx0" brushRef="#br0" timeOffset="4609.83">15072 4599 255 0,'-37'-45'0'0,"-4"23"0"0,-8 16 0 0,-9 14 0 0,-7 17 0 0,4 15 0 0,13 11 0 0,14 10 0 0,23-2 0 0,27-2 0 0,17 0 0 0,18-4 0 16,26 0 0-16,14-1 0 31,3-9 0-31,-2-1 0 0,-9-5 0 16,-21-2 0-16,-62-35 0 31,34 27 0-15,-17 0 0-16,-21-7 0 15,-18 0 0-15,-21 7 0 16,-33 15 0 0,-42 14 0-16,-39 15 0 15,5-6 0 1,33-22 0-16,38-27 0 16,40-12 0-1</inkml:trace>
  <inkml:trace contextRef="#ctx0" brushRef="#br0" timeOffset="5088.31">15621 4227 255 0,'0'0'0'0,"0"0"0"0,0 0 0 0,0 25 0 0,-5 23 0 0,-1 23 0 0,-12 35 0 15,-16 23 0 1,-13 18 0-16,2-6 0 16,12-21 0-1,4-20 0 1,12-24 0-16,3-11 0 15,9-14 0 1,5-51 0-16,0 44 0 0,0-44 0 31,5 26 0-31,-1-20 0 0</inkml:trace>
  <inkml:trace contextRef="#ctx0" brushRef="#br0" timeOffset="5430.75">15163 4870 255 0,'0'0'0'16,"0"0"0"-16,0 0 0 16,24 0 0-16,27 0 0 15,25-6 0 1,34-1 0-16,22-2 0 15,-132 9 0-15,116-2 0 16,-116 2 0 0,78 13 0-16</inkml:trace>
  <inkml:trace contextRef="#ctx0" brushRef="#br0" timeOffset="6058.28">16315 4814 255 0,'0'0'0'0,"0"0"0"16,0 0 0-16,-16-1 0 15,-20-9 0 1,-7 10 0-1,-4 15 0-15,1 24 0 16,-8 21 0 0,2 25 0-16,12 12 0 0,24-22 0 31,14-21 0-31,2-54 0 16,18 29 0-16,9-25 0 15,2-12 0 1,-1-13 0-16,3-9 0 15,11-13 0-15,0-9 0 16,-4 0 0 0,-6 17 0-1,-12 14 0-15,-9 21 0 0,-8 15 0 32,-6 25 0-32,6 20 0 15,7 21 0-15,9 10 0 16,12-9 0-16,11-38 0 15,1-36 0-15,-15-14 0 32</inkml:trace>
  <inkml:trace contextRef="#ctx0" brushRef="#br0" timeOffset="6358.8">16803 4971 255 0,'0'0'0'0,"-2"24"0"0,-4 21 0 0,2 8 0 0,-7 13 0 0,11-66 0 16,0 0 0 0,0 0 0-16,-9 59 0 15,6-34 0 1,20-31 0-16,14-13 0 15,25-12 0 1,15-3 0-16,14 1 0 16,-4 20 0-1,-81 13 0-15,58-4 0 32,-17 3 0-32</inkml:trace>
  <inkml:trace contextRef="#ctx0" brushRef="#br0" timeOffset="7073.85">17787 3906 255 0,'0'0'0'0,"0"0"0"16,-10 29 0-16,-11 21 0 16,-6 34 0-1,-2 24 0-15,-10 24 0 16,3 1 0 0,9-8 0-16,3-12 0 15,6-11 0-15,5-4 0 16,8-14 0-1,5-16 0 1,3-24 0-16,-3-44 0 16,0 0 0-16,0 0 0 15,9 26 0 1,4-29 0-16,-4-16 0 16,0-15 0-16,-7-10 0 15,-11-16 0 1,-13-9 0-16,-13-5 0 15,-12 18 0 1,3 22 0 0,5 22 0-16,39 12 0 0,-31 5 0 31,19 2 0-31,12-7 0 16,8 5 0-16,17-5 0 15,13-9 0 1,11-4 0-1,-1 0 0-15,3 1 0 16,-4 9 0-16,-5 13 0 16,-4 13 0-16,-3 11 0 15,-12 20 0 1,0 22 0-16,-1 13 0 16,-7-3 0-16,-15-86 0 15,0 0 0 1,0 0 0-16,10 52 0 15,-6-37 0-15,-4-30 0 32,-2-3 0-32</inkml:trace>
  <inkml:trace contextRef="#ctx0" brushRef="#br0" timeOffset="7249.61">17827 4413 255 0,'16'50'0'0</inkml:trace>
  <inkml:trace contextRef="#ctx0" brushRef="#br0" timeOffset="7546.35">18184 4646 255 0,'-2'79'0'0,"0"-28"0"15,-3-6 0-15,3-7 0 16,4-11 0-1,3-16 0-15,4-11 0 16,10-10 0-16,3-4 0 16,3-4 0-1,-4 4 0-15,-5 5 0 16,-1 7 0 0,-3 13 0-1,-7 18 0-15,-3 6 0 16,-2 19 0-16,2 10 0 15,6-17 0 1,11-29 0-16,0-10 0 16</inkml:trace>
  <inkml:trace contextRef="#ctx0" brushRef="#br0" timeOffset="8082.72">19026 4813 255 0,'0'0'0'15,"0"0"0"-15,0 0 0 0,-16-4 0 16,-17-3 0-16,-11 7 0 16,-11 15 0-1,-1 23 0-15,6 9 0 16,50-47 0-16,-29 41 0 15,22-8 0-15,16-23 0 16,6-10 0 0,6-8 0-1,1-9 0-15,4 3 0 16,-1 4 0 0,1 7 0-16,-2 9 0 15,-1 11 0 1,-6 15 0-16,1 21 0 15,1 23 0-15,0 21 0 16,-4 5 0-16,-10-14 0 16,-13-11 0-1,-7-14 0-15,-11-11 0 16,-16-8 0 0,-11-11 0-1,-1-12 0-15,-1-14 0 0,5-21 0 16,21-26 0-1,21-11 0 1,29-17 0-16,36-13 0 16,41-14 0-16,19 7 0 15,-35 25 0 1</inkml:trace>
  <inkml:trace contextRef="#ctx0" brushRef="#br0" timeOffset="9157.96">19275 5845 255 0,'0'0'0'0,"0"0"0"0,0 0 0 0,0 0 0 0,0 0 0 0,7 23 0 0,1 21 0 0,6 12 0 0,-1 4 0 0,-13-60 0 0,12 63 0 0,-12-63 0 15,0 0 0-15,17 48 0 16,12-27 0 0,7-28 0-16,20-35 0 15,31-46 0 1,52-67 0-16,58-63 0 15,-25-12 0-15,-84 88 0 16</inkml:trace>
  <inkml:trace contextRef="#ctx0" brushRef="#br0" timeOffset="9796.53">20058 5920 255 0,'0'0'0'0,"0"0"0"0,18-10 0 0,11-11 0 0,2-2 0 15,8-9 0-15,-8 1 0 16,-9-1 0-1,-11 4 0-15,-15 7 0 16,-9 8 0-16,-10 6 0 16,-4 14 0-1,-2 13 0-15,2 13 0 16,2 26 0-16,14 20 0 16,18 19 0-1,22-5 0-15,30-31 0 16,9-26 0-16,8-30 0 31,-12-16 0-31</inkml:trace>
  <inkml:trace contextRef="#ctx0" brushRef="#br0" timeOffset="10115.19">21092 4971 255 0,'0'0'0'0,"-4"31"0"16,-10 22 0-16,-8 28 0 15,-8 31 0 1,-6 24 0-16,-8 4 0 16,0-11 0-1,13-20 0-15,1-11 0 16,5-13 0-16,25-85 0 16,-23 68 0-1</inkml:trace>
  <inkml:trace contextRef="#ctx0" brushRef="#br0" timeOffset="10544.1">21257 5800 255 0,'0'0'0'16,"0"0"0"-1,0 0 0-15,0 0 0 0,-15 0 0 16,-16 3 0 0,1 6 0-1,-1 11 0-15,-5 20 0 16,2 16 0-16,8 14 0 16,12 5 0-16,17-5 0 15,13-24 0 1,8-17 0-1,16-20 0-15,8-19 0 16,5-16 0 0,7-18 0-16,-4-12 0 15,-14-9 0 1,-19 5 0-16,-18 9 0 0,-18 8 0 16,-9 7 0-1,-11 14 0 1,-5 11 0-16,-2 12 0 15,2 13 0-15,6 0 0 16</inkml:trace>
  <inkml:trace contextRef="#ctx0" brushRef="#br0" timeOffset="11001.46">22144 5829 255 0,'0'0'0'0,"0"0"0"0,0 0 0 0,-21 0 0 0,-20-5 0 0,-10 5 0 0,3 8 0 15,-2 10 0-15,7 14 0 16,10 11 0-1,4 16 0-15,11 12 0 16,14 9 0-16,22-3 0 16,15-16 0-1,13-28 0-15,13-27 0 16,1-25 0 0,-12-1 0-16</inkml:trace>
  <inkml:trace contextRef="#ctx0" brushRef="#br0" timeOffset="11192.84">22588 5970 255 0,'0'0'0'0,"-4"29"0"15,-5 17 0-15,0 9 0 16,0 10 0-1,9-65 0-15,-11 53 0 16,0-37 0 0,7-18 0-16</inkml:trace>
  <inkml:trace contextRef="#ctx0" brushRef="#br0" timeOffset="11367.99">22649 5613 255 0,'0'0'0'0,"0"0"0"16,0 0 0-16,0 0 0 15,0 0 0-15,14-18 0 16,6-18 0 0</inkml:trace>
  <inkml:trace contextRef="#ctx0" brushRef="#br0" timeOffset="11733.52">23414 4567 255 0,'0'0'0'16,"0"0"0"-1,-4 23 0-15,-5 23 0 0,-7 23 0 16,-5 29 0-16,-4 42 0 16,1 27 0-1,2-3 0-15,-7-15 0 32,3-27 0-32,4-14 0 15,5-18 0 1,2-12 0-16,1-11 0 15,6-14 0-15,8-53 0 0,-5 52 0 32,5-52 0-32,0 33 0 15,3-26 0 1,-3-5 0 0</inkml:trace>
  <inkml:trace contextRef="#ctx0" brushRef="#br0" timeOffset="11956.13">22884 5731 255 0,'0'0'0'15,"29"0"0"-15,22 0 0 16,17 0 0-16,25 0 0 15,33 4 0 1,4 8 0-16,-21 3 0 16,-33-4 0-16,-26-6 0 15</inkml:trace>
  <inkml:trace contextRef="#ctx0" brushRef="#br0" timeOffset="12558.46">24232 5576 255 0,'0'0'0'0,"0"0"0"0,-5 29 0 16,-3 19 0 0,1 10 0-1,3-1 0-15,2-7 0 16,8-23 0-16,3-17 0 16,6-15 0-1,3-7 0-15,6-9 0 16,-2-7 0-1,-1-2 0-15,-2 6 0 16,-1 4 0 0,-3 14 0-1,-1 14 0-15,2 20 0 16,5 16 0-16,3 27 0 0,18 33 0 16,14 23 0 15,10-1 0-31,2-18 0 15,-5-13 0-15,-15-13 0 16,-17-7 0-16,-16-5 0 16,-17 0 0-1,-18-6 0-15,-22 5 0 16,-26-5 0 0,-17-7 0-16,-7-20 0 15,6-24 0 1,15-13 0-16,71 0 0 15,0 0 0-15,-55 0 0 16,8 7 0 0</inkml:trace>
  <inkml:trace contextRef="#ctx0" brushRef="#br0" timeOffset="15949.22">17041 13215 255 0,'65'0'0'0,"-11"0"0"0,6 0 0 0,9 0 0 0,2 0 0 0,-7 0 0 0,4 0 0 0,5 4 0 0,10 0 0 15,4 6 0-15,5-1 0 0,15-3 0 16,8 4 0-1,7-2 0-15,-1 4 0 16,1-6 0 0,2 4 0-1,10-4 0-15,-1 1 0 16,-1-3 0 0,1-1 0-1,0-6 0-15,4 3 0 16,-1 0 0-16,6 0 0 15,0 3 0 1,9 1 0-16,3 3 0 16,-9-3 0-1,-1 0 0-15,-5 3 0 16,-4-4 0-16,2-3 0 16,-2 2 0-1,5 5 0-15,-1-1 0 16,-9-2 0-1,2 3 0-15,1 0 0 16,-7-4 0 0,2-3 0-16,6-7 0 15,-7-5 0-15,-2-1 0 16,3-4 0 0,-5 5 0-16,-7 2 0 15,3 2 0 1,1 4 0-16,-5 2 0 15,7-1 0 1,-3-1 0-16,-6-3 0 16,-1-2 0-1,5 0 0-15,-4 2 0 16,-5-2 0-16,-2-2 0 16,3 5 0-1,-4 0 0-15,-5-2 0 16,-3-1 0-1,-1 1 0-15,0-1 0 16,-2-3 0-16,-4 3 0 16,1 0 0-1,-1 0 0-15,-6 5 0 16,-2 2 0 0,-2 0 0-16,-2 2 0 15,-1 0 0 1,1 2 0-1,-4-2 0-15,-3 0 0 16,-4 0 0-16,-7 0 0 16,-4-2 0-1,1-1 0-15,-4 6 0 16,0-1 0 0,4 4 0-16,-5 3 0 15,-10 0 0-15,-3 0 0 16,3-3 0-16,-2 1 0 15,2 1 0 1,-42-8 0-16,45 6 0 16,-45-6 0-1,54 4 0-15,1 3 0 16,-55-7 0 0,45 7 0-16,-45-7 0 31,0 0 0-31,0 0 0 15,29 7 0-15,-29-7 0 0,9 0 0 32,-5-11 0-32,-2-3 0 15</inkml:trace>
  <inkml:trace contextRef="#ctx0" brushRef="#br0" timeOffset="16349.99">26257 12915 255 0,'0'0'0'0,"0"0"0"0,0 0 0 0,0 0 0 0,19 5 0 0,22 8 0 31,4 5 0-31,-1 2 0 16,-1-2 0 0,-10 1 0-1,-8-2 0-15,-17 1 0 0,-8 7 0 16,-16 8 0-1,-19 10 0 1,-21 13 0 0,-20 8 0-16,-9 1 0 15,11-11 0-15,0-12 0 16,5-13 0 0,12-10 0-16</inkml:trace>
  <inkml:trace contextRef="#ctx0" brushRef="#br0" timeOffset="17457.61">19890 14190 255 0,'49'13'0'0,"-12"-8"0"0,9-5 0 0,1-10 0 0,-3-9 0 0,-3-10 0 0,2-7 0 0,-5-7 0 0,-7-3 0 0,-15-2 0 16,-12 11 0-16,-6 0 0 15,-12 9 0 1,14 28 0-16,-29-18 0 16,-4 11 0-1,-7 11 0-15,-8 17 0 16,-1 19 0 0,-4 27 0-16,1 34 0 15,9 25 0-15,23-2 0 16,32-35 0-1,19-24 0-15,14-22 0 16,0-21 0 0,1-13 0-16,-4-7 0 15,0-6 0 1,-9 0 0-16</inkml:trace>
  <inkml:trace contextRef="#ctx0" brushRef="#br0" timeOffset="17972.84">20756 13906 255 0,'0'0'0'0,"0"0"0"0,0 0 0 0,0 24 0 0,0 28 0 0,0 19 0 0,-4 26 0 16,-12-2 0-1,16-95 0 1,0 0 0-16,0 0 0 16,-13 74 0-16,13-47 0 31,11-33 0-31,5-19 0 0,8-6 0 16,12-12 0-16,-1-2 0 31,4 8 0-31,-15 14 0 0,-15 23 0 15,-5 16 0 1,-4 18 0 0,-2 14 0-1,2 18 0-15,0-66 0 16,7 66 0-16,2-12 0 16</inkml:trace>
  <inkml:trace contextRef="#ctx0" brushRef="#br0" timeOffset="18912.46">21428 13918 255 0,'0'0'0'15,"0"0"0"1,0 0 0-16,-16 11 0 15,-19 15 0-15,-4 19 0 16,-6 18 0-16,3 19 0 31,4 7 0-31,15-10 0 0,12-21 0 16,11-58 0 0,6 43 0-16,15-21 0 15,-1-18 0-15,3-13 0 16,3-11 0-1,1-13 0 1,9-20 0 47,1-22 0-17,9-19 0-30,-2-11 0-16,-6 5 0 16,-9 8 0-16,-11 21 0 0,-9 17 0 15,-4 23 0-15,-8 15 0 0,-6 13 0 0,1 15 0 32,-6 15 0-1,1 15 0 31,-1 27 0-62,3 27 0 16,-1 37 0 0,8 7 0-16,8-24 0 15,6-30 0-15,1-28 0 16,1-18 0-16,3-7 0 0,-15-33 0 0,20 14 0 15,0-7 0-15,1-5 0 0,-1-11 0 0,0-11 0 0,-2-9 0 0,2-9 0 0,2-16 0 0,0-9 0 0,-22 63 0 0,0 0 0 0,0 0 0 0,21-45 0 0,-8 34 0 16,-4 28 0 0,-2 12 0-16,-2 8 0 15,-5 15 0 1,0-52 0-16,0 0 0 16,4 38 0-1,3-18 0-15,-3-20 0 0,8-13 0 16,1-12 0-1,-3-4 0 1,4-1 0-16,-14 30 0 16,0 0 0-1,13-20 0 1,3 12 0-16,-7 12 0 16,-3 15 0-16,2 11 0 0,-6 6 0 15,2 11 0 1,-6-5 0-16,2-42 0 31,-10 25 0-31</inkml:trace>
  <inkml:trace contextRef="#ctx0" brushRef="#br0" timeOffset="19665.68">21808 13986 255 0</inkml:trace>
  <inkml:trace contextRef="#ctx0" brushRef="#br0" timeOffset="25109.44">22488 14250 255 0,'-15'-10'0'0,"-5"4"0"0,-4 6 0 0,5 7 0 0,-2 15 0 0,3 5 0 0,3 9 0 15,4 13 0-15,2 1 0 0,9-50 0 0,0 45 0 16,6-10 0-1,10-14 0-15,-1-19 0 16,8-14 0 0,1-14 0-16,9-17 0 15,-4-6 0 1,2-3 0-16,-2 3 0 16,-7 15 0-1,-7 15 0 1,-3 16 0-16,-6 19 0 0,-1 11 0 15,1 18 0 1,8 20 0 0,7 17 0-16,7 17 0 15,8 4 0-15,-3-15 0 16,-4-11 0 0,-6-19 0-16,-15-11 0 15,-6-2 0 1,-8-5 0-1,-11 3 0-15,-12 1 0 0,-12-3 0 16,-16 2 0 0,-20-9 0-1,-10-4 0-15,-7-10 0 16,2-15 0-16,9-12 0 0,14-7 0 16,21-8 0-1,10-10 0 1,19-8 0-1,15-6 0 1,16-13 0 0,20-10 0-16,14-7 0 0,18 0 0 15,17 8 0 1,3 13 0 0,3 12 0-16,-19 12 0 15</inkml:trace>
  <inkml:trace contextRef="#ctx0" brushRef="#br0" timeOffset="25812.3">24077 14130 255 0,'4'73'0'0,"5"-10"0"0,3 13 0 0,3 16 0 0,3-3 0 0,-18-89 0 0,13 71 0 16,-13-71 0-1,14 39 0-15,1-41 0 32,8-32 0-32,4-22 0 15,9-26 0 1,10-33 0-16,-1 11 0 15,-45 104 0-15,38-81 0 16,-38 81 0-16,21-40 0 16</inkml:trace>
  <inkml:trace contextRef="#ctx0" brushRef="#br0" timeOffset="26227.34">24688 14440 255 0,'0'0'0'0,"0"0"0"15,0 0 0 1,15-13 0-16,7-20 0 15,-1-10 0 1,-10-1 0-16,-6 3 0 16,-10 5 0-1,-6 7 0-15,-3 12 0 16,-7 8 0-16,-2 16 0 16,-2 12 0-1,3 20 0-15,-1 18 0 16,10 19 0-1,15 14 0-15,19-8 0 16,10-29 0 0,6-20 0-16,5-19 0 15,0-9 0-15,-2-7 0 16,-1-9 0 0,-7-2 0-16</inkml:trace>
  <inkml:trace contextRef="#ctx0" brushRef="#br0" timeOffset="26521.64">25329 13629 255 0,'0'0'0'0,"0"0"0"0,0 0 0 0,-2 22 0 0,-8 30 0 16,-3 28 0-1,-7 34 0 1,4 34 0-16,1 15 0 31,7-16 0-31,12-24 0 0,-2-32 0 16,-2-27 0-1,2-27 0-15</inkml:trace>
  <inkml:trace contextRef="#ctx0" brushRef="#br0" timeOffset="26985.6">25604 14284 255 0,'0'0'0'0,"0"0"0"16,0 0 0 0,0 0 0-1,0 0 0 1,0 0 0-16,-11 13 0 0,-11 19 0 16,3 20 0-1,7 18 0 1,12 18 0-1,18-5 0-15,7-23 0 16,1-24 0-16,2-18 0 0,-2-18 0 16,-1-10 0-1,-5-9 0-15,0-10 0 32,-7-9 0-17,-6-14 0-15,-11 0 0 16,-10-11 0-1,-10 6 0-15,-7 14 0 16,0 18 0-16,-7 21 0 16,7 13 0-1,12 11 0-15,3-2 0 16,5 0 0 0</inkml:trace>
  <inkml:trace contextRef="#ctx0" brushRef="#br0" timeOffset="27351.42">26253 14348 255 0,'0'0'0'0,"0"0"0"0,0 0 0 0,0 0 0 0,-17 0 0 0,-18-2 0 0,-9 7 0 16,4 17 0 0,7 21 0-16,0 17 0 15,8 21 0-15,12 2 0 16,17-1 0-1,13-22 0-15,12-24 0 16,7-18 0 0,2-20 0-16,3-12 0 15,-3-12 0 1,-3-3 0-16,-6 2 0 16</inkml:trace>
  <inkml:trace contextRef="#ctx0" brushRef="#br0" timeOffset="27587.9">26654 14420 255 0,'0'0'0'16,"0"0"0"-16,0 25 0 15,0 17 0 1,-5 21 0-16,-1 15 0 15,-3 9 0 1,9-87 0-16,0 0 0 0,0 0 0 31,-8 54 0-31,-2-54 0 16,6-11 0-16</inkml:trace>
  <inkml:trace contextRef="#ctx0" brushRef="#br0" timeOffset="27745.62">26639 14201 255 0,'0'0'0'0,"0"0"0"15,0 0 0-15,0 0 0 16,0 0 0 0,0 0 0-1</inkml:trace>
  <inkml:trace contextRef="#ctx0" brushRef="#br0" timeOffset="29011.62">27050 13783 255 0,'0'0'0'16,"0"35"0"-16,4 20 0 15,1 25 0 1,1 28 0-16,-4 23 0 0,0 6 0 16,-2-16 0 15,0-14 0-31,0-7 0 0,0-15 0 16,4-11 0-1,3-16 0 1,-7-58 0-16,0 0 0 15,0 0 0-15,7 46 0 16,-7-46 0 0,9 28 0-16,-5-25 0 15,-2-13 0-15,-6-12 0 16,-3-11 0 0,-4-8 0-1,-2-17 0-15,-11-14 0 16,-3-6 0-16,0 9 0 15,2 17 0 1,25 52 0-16,0 0 0 16,-27-30 0-1,4 17 0-15,9 16 0 16,4 7 0 0,7 7 0-16,6 6 0 15,7 1 0-15,9 1 0 16,7-3 0-1,6-6 0-15,3-9 0 16,10-7 0 0,0-7 0-16,-3-12 0 15,-1-7 0 1,-4-6 0-16,-7 1 0 16,-30 31 0-16,27-32 0 31,-27 32 0-31,0 0 0 15,17-22 0-15,-5 21 0 16,-5 10 0-16,-1 18 0 16,0 7 0-1,6 15 0-15,-12-49 0 16,17 46 0-16,-17-46 0 16,27 35 0-1,2-15 0-15,-3-8 0 16,-1-8 0-1,-25-4 0 1,21-6 0-16,4-8 0 16,-5-8 0-16,-20 22 0 15,17-29 0 1,-17 29 0-16,12-35 0 16,-12 35 0-1,0 0 0-15,0 0 0 16,11-37 0-16,-2 22 0 15,-2 19 0-15,5 16 0 16,4 16 0 0,5 17 0-1,8 21 0-15,9 18 0 16,5 16 0-16,-7-5 0 16,-2-5 0-1,-5-15 0 1,-7-10 0-16,-3-11 0 0,-7-3 0 31,-5-5 0-31,-14-6 0 0,-5-5 0 31,-7-4 0-31,-10-6 0 16,-9-4 0 0,-14-2 0-16,-10-2 0 0,-9-8 0 15,-11-5 0 1,0-12 0-1,3-12 0-15,13-8 0 16,16-6 0-16,10-9 0 16,19 2 0-16,17 0 0 15,13-1 0 1,13 0 0 0,19-8 0-16,19-16 0 0,18-11 0 15,-8 6 0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8:36:05.2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22204 14150 255 0,'-34'58'0'0,"10"0"0"0,-3 9 0 31,27-67 0-31,0 0 0 16,-23 72 0-16,12-24 0 16,11-36 0-1,4-20 0-15,3-11 0 16,3-3 0 0,1 0 0-16,3 3 0 15,3 10 0-15,3 14 0 16,3 13 0-16,3 13 0 15,7 14 0 1,4 10 0 0,-3 11 0-16,-3 2 0 15,0-2 0 1,-10-4 0-16,-9-5 0 16,-5 1 0-16,-10 0 0 15,-9-5 0 1,-15-1 0-16,-7-5 0 15,-8-9 0 1,-13-7 0-16,2-8 0 16,-3-15 0-1,0-10 0-15,4-19 0 16,12-21 0 0,14-20 0-16,19-20 0 0,11-12 0 31,5 10 0-31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8:47:07.26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7785 7012 255 0,'62'-13'0'0,"-15"2"0"0,-1 4 0 0,-2-3 0 0,1 1 0 0,-1 3 0 0,4 4 0 16,2-2 0-16,4 2 0 15,7-1 0-15,10 1 0 16,3 0 0-1,4-3 0 1,-1 3 0-16,-6 2 0 16,0 0 0-16,0 0 0 15,-7 0 0-15,3 2 0 16,3 1 0 0,4-3 0-1,6 0 0-15,-1 2 0 16,-4 2 0-16,4-1 0 15,1 1 0 1,-1-2 0-16,4-2 0 16,4-4 0-1,-3-1 0-15,2 1 0 16,-1 2 0-16,3-3 0 16,-4 1 0-1,6-1 0 1,3 5 0-16,2 0 0 0,-9 0 0 15,-4 5 0 1,1-5 0 0,-1 3 0-16,1-2 0 15,0 1 0-15,1 3 0 16,1-1 0 0,-1 5 0-16,0-5 0 15,6 3 0 1,6-2 0-16,-1 2 0 15,-3 0 0-15,1-6 0 16,2 2 0 0,-2-3 0-1,-3 2 0-15,-1-2 0 0,-4 0 0 16,-11 5 0 0,-7-1 0-16,-4 3 0 31,-3-3 0-31,-4 3 0 15,-56-7 0 1,53 10 0-16,-53-10 0 16,43 9 0-16,-43-9 0 15,38 10 0 1,-38-10 0-16,25 8 0 16</inkml:trace>
  <inkml:trace contextRef="#ctx0" brushRef="#br0" timeOffset="6434.5">7341 14496 255 0,'-26'19'0'0,"6"-4"0"0,-3 0 0 0,1-1 0 0,-2 2 0 0,-3-3 0 0,-3-3 0 0,-1 3 0 16,-2-2 0-16,-3-2 0 15,-7 0 0 1,-2-4 0 0,-2 0 0-16,1-5 0 31,-3 0 0-31,0 0 0 0,3-2 0 0,-3 2 0 15,-3 0 0 1,-1 0 0 0,-7 0 0-16,-8 0 0 15,4-3 0 1,1 3 0-16,4-1 0 16,1-2 0-1,0 2 0-15,2 1 0 0,0 0 0 16,1 0 0-1,0 0 0-15,2 0 0 32,3 0 0-32,6 0 0 15,-4 0 0-15,0 0 0 16,1-3 0-16,47 3 0 16,-51-1 0-16,51 1 0 31,-59-3 0-31,59 3 0 15,-66 0 0-15,66 0 0 32,-69 0 0-32,69 0 0 15,-67 3 0-15,67-3 0 16,-60 5 0 0,60-5 0-16,0 0 0 15,-53 7 0 1,53-7 0-16,0 0 0 15,0 0 0 1,-41 7 0-16</inkml:trace>
  <inkml:trace contextRef="#ctx0" brushRef="#br0" timeOffset="33204.61">29941 16945 255 0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9:12:38.7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30944 7802 255 0,'-29'-64'0'0,"-2"12"0"0,-19-1 0 0,-22-9 0 0,-19 2 0 0,-12 8 0 16,-15 2 0-16,-13 8 0 15,-5 8 0 1,-14 7 0-16,-11 11 0 16,-12 5 0-16,-8 22 0 15,-2 10 0-15,-6 18 0 16,-3 17 0-1,-2 16 0-15,4 15 0 16,4 11 0 0,9 16 0-16,7 11 0 15,9 11 0-15,13 15 0 32,7 4 0-32,17 14 0 0,11 6 0 31,28 1 0-31,24 2 0 15,11-2 0-15,16 2 0 16,18 1 0 0,14 0 0-16,18-2 0 15,12-11 0 1,17 2 0-16,12 1 0 16,10-6 0-16,17-7 0 15,15-11 0 1,8-7 0-16,9-9 0 15,14-18 0-15,1-16 0 16,-7-20 0-16,13-10 0 16,7-15 0-1,4-12 0-15,8-9 0 16,10-16 0 0,15-13 0-16,11-15 0 15,0-21 0 1,3-20 0-16,-3-25 0 15,-8-11 0 1,-7-11 0 0,-12-9 0-16,-10-13 0 0,-14-2 0 15,-14-7 0 1,-13-9 0 0,-10-9 0-16,-11-12 0 15,-12-6 0 1,-14-11 0-16,-12-9 0 15,-12-8 0-15,-17 3 0 16,-18 4 0 0,-12 10 0-1,-22 5 0 1,-14 8 0-16,-15 5 0 16,-14 7 0-16,-15 3 0 15,-11 12 0 1,-11 12 0-16,-6 13 0 15,-17 4 0 1,23 34 0-16</inkml:trace>
  <inkml:trace contextRef="#ctx0" brushRef="#br0" timeOffset="1273.39">26820 6860 255 0,'-4'29'0'0,"1"-16"0"0,-2-4 0 0,-3-6 0 0,1-7 0 0,-2-14 0 0,-2-16 0 0,4-17 0 16,1-27 0-16,6-35 0 15,4-28 0 1,5-5 0-16,5 6 0 15,10 19 0 1,10 21 0-16,1 11 0 16,-3 10 0-16,-1 24 0 15,-31 55 0 1,31-25 0-16,-8 25 0 16,-6 18 0-16,-5 20 0 15,-1 29 0 1,-1 33 0-16,2 48 0 15,0 27 0 1,-1-21 0-16,3-34 0 16,-4-33 0-16,2-28 0 15,-3-22 0 1,2-12 0 0,-11-25 0-16,0 0 0 15,13 8 0 1,0-25 0-16,6-19 0 15,2-42 0 1,23-65 0-16,41-100 0 16,33-43 0-16,-19 68 0 15,-50 96 0 1,-31 66 0-16</inkml:trace>
  <inkml:trace contextRef="#ctx0" brushRef="#br0" timeOffset="2132.86">27809 6468 255 0,'52'-35'0'0,"-10"-3"0"0,0-9 0 0,4-4 0 0,-13 1 0 0,-33 50 0 15,20-44 0 1,-20 44 0-16,2-38 0 15,-11 7 0-15,-8 15 0 16,-4 11 0 0,-6 12 0-16,-7 8 0 15,-8 17 0 1,-1 10 0-16,1 15 0 16,2 12 0-1,17 9 0-15,19 1 0 16,12-17 0-1,14-16 0-15,7-13 0 16,6-21 0 0,15-12 0-16,13-14 0 15,14-18 0-15,19-11 0 16,12-11 0 0,-3 1 0-16,-7-3 0 15,-8 6 0-15,-16 7 0 16,-13 7 0-1,-15 1 0 1,-6-5 0 0,-15 4 0-16</inkml:trace>
  <inkml:trace contextRef="#ctx0" brushRef="#br0" timeOffset="2388.03">28514 6165 255 0,'0'0'0'0,"0"0"0"0,23 26 0 0,8 19 0 15,11 25 0 1,12 13 0-16,4 3 0 15,-7-21 0 1,-51-65 0 0,41 35 0-16</inkml:trace>
  <inkml:trace contextRef="#ctx0" brushRef="#br0" timeOffset="2740.19">29461 5286 255 0,'0'0'0'0,"0"0"0"16,-3 31 0-16,-2 28 0 16,-3 37 0-1,-3 41 0 1,-3 10 0-16,1-10 0 16,-5-24 0-16,5-17 0 15,3-13 0 1,3-14 0-16,-2-15 0 15,-6-17 0 1,-3-20 0-16</inkml:trace>
  <inkml:trace contextRef="#ctx0" brushRef="#br0" timeOffset="2961.3">29169 6046 255 0,'0'0'0'16,"41"-1"0"-16,37-3 0 16,27-2 0-16,9 9 0 15,-20 5 0 1,-27 6 0-16,-26-6 0 15</inkml:trace>
  <inkml:trace contextRef="#ctx0" brushRef="#br0" timeOffset="3548.31">29793 6547 255 0,'0'0'0'16,"0"0"0"-16,0 0 0 16,0 30 0-16,0 29 0 15,8 36 0 1,7 9 0-16,-15-104 0 15,0 0 0-15,20 67 0 16,0-54 0 0,-2-22 0-1,0-18 0 1,5-6 0-16,8-13 0 16,9-15 0-1,9-3 0-15,-8 10 0 0,-41 54 0 31,36-31 0-31,-7 24 0 16,-14 19 0 0,-6 9 0-16,-2 15 0 15,-5 12 0-15,-4 0 0 16,2 4 0 0,2-6 0-16,-2-46 0 15,0 0 0 1,5 43 0-16,-5-43 0 15,10 29 0 1,2-24 0-16,7-18 0 16,6-22 0-16,14-18 0 15,6-16 0 1,11-7 0-16,-3 3 0 16,-19 25 0-16</inkml:trace>
  <inkml:trace contextRef="#ctx0" brushRef="#br0" timeOffset="3995.41">30599 6756 255 0,'0'0'0'0,"0"0"0"0,0 0 0 0,18-13 0 0,11-9 0 0,5-7 0 16,-8 1 0-1,-7 3 0-15,-9 2 0 16,-3 3 0-16,-7 5 0 15,-7 1 0 1,-5 9 0 0,-9 8 0-16,-6 15 0 15,-4 13 0-15,-3 23 0 16,5 20 0 0,11 7 0-1,16-3 0-15,22-27 0 0,14-19 0 16,6-20 0-1,1-13 0 1,-2-13 0-16,-5-5 0 16</inkml:trace>
  <inkml:trace contextRef="#ctx0" brushRef="#br0" timeOffset="4358.06">31044 6829 255 0,'0'0'0'0,"0"0"0"16,0 0 0-16,0 0 0 0,19-11 0 31,14-18 0-31,-2-7 0 15,-8 3 0 1,-7 3 0 0,-12 8 0-16,-6 8 0 15,-9 7 0-15,-8 14 0 16,-4 18 0 0,0 19 0-16,0 26 0 15,7 16 0 1,18-7 0-16,21-25 0 15,8-38 0 1,2-32 0-16,-3-12 0 16</inkml:trace>
  <inkml:trace contextRef="#ctx0" brushRef="#br0" timeOffset="4914.1">31575 6066 255 0,'0'0'0'0,"0"0"0"15,0 0 0-15,0 27 0 16,-5 33 0 0,-1 46 0-16,-3 44 0 15,2 26 0 1,2-23 0-16,3-37 0 15,-2-36 0 1,4-80 0 0,-11 54 0-16,11-54 0 15,0 0 0-15,0 0 0 16,-14 26 0-16,4-26 0 16,7-22 0-1,6-12 0-15,3-14 0 16,10-22 0-16,8-13 0 31,17-10 0-31,9 4 0 0,5 20 0 16,-10 28 0-1,-8 18 0-15,-10 22 0 16,-18 14 0 0,-16 12 0-16,-11 19 0 15,-13 21 0 1,-15 17 0-1,0 10 0-15,19-4 0 16,23-11 0-16,20-5 0 16,18 3 0-1,16 2 0-15,13-3 0 16,-16-22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9:15:30.1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18173 2088 255 0,'-13'-36'0'0,"4"19"0"0,0 2 0 0,-6 4 0 0,-5 11 0 0,-3 12 0 0,-6 11 0 0,-8 20 0 0,-16 23 0 0,-5 32 0 16,1 28 0-16,7 13 0 16,19 0 0-16,18-12 0 15,15-3 0-15,13 2 0 16,10-1 0 0,6 2 0-1,5-2 0-15,2-6 0 16,5-2 0-1,-1-17 0 1,6-13 0-16,-4-21 0 0,-44-66 0 16,47 42 0-1</inkml:trace>
  <inkml:trace contextRef="#ctx0" brushRef="#br0" timeOffset="849.27">18973 2906 255 0,'0'0'0'16,"0"0"0"-16,-25 0 0 0,-19 6 0 0,-13 13 0 0,-7 21 0 0,-8 28 0 0,-2 23 0 16,9 16 0-1,11 14 0 1,23-17 0-16,16-20 0 0,17-24 0 15,11-20 0 1,9-15 0-16,5-17 0 16,9-18 0-16,16-21 0 15,15-30 0 1,25-38 0-16,5-30 0 16,-2-15 0-1,-17 3 0 1,-12 5 0-16,-16 9 0 15,-7 15 0-15,-14 17 0 16,-11 7 0 0,-6 14 0-16,-6 14 0 15,-1 14 0 1,-5 46 0-16,0 0 0 16,-2-25 0-16,-7 25 0 15,-1 18 0 1,3 16 0-16,-2 18 0 15,-5 41 0 1,-1 42 0-16,-1 27 0 16,5 5 0-16,7-12 0 31,8-26 0-31,7-17 0 0,7-31 0 16,11-22 0-1,6-22 0 1,0-15 0-16,1-17 0 0,-7-5 0 31</inkml:trace>
  <inkml:trace contextRef="#ctx0" brushRef="#br0" timeOffset="1310.76">20020 3056 255 0,'-59'5'0'0,"13"17"0"0,1 12 0 15,3 8 0-15,11 6 0 0,20-10 0 0,20-5 0 16,15-11 0 0,7-3 0-16,22 1 0 15,15 3 0 1,10-1 0-16,-3 4 0 16,-6 1 0-1,-69-27 0-15,0 0 0 16,33 32 0-16,-37-3 0 15,-21-7 0 1,-16 1 0-16,-24 5 0 16,-17 7 0-1,-22 11 0-15,11-5 0 16,93-41 0 0,-70 25 0-16,26-16 0 15</inkml:trace>
  <inkml:trace contextRef="#ctx0" brushRef="#br0" timeOffset="1658.62">20515 3300 255 0,'0'0'0'0,"31"0"0"0,22-2 0 0,26-5 0 0,24-6 0 15,4-1 0-15,-11 8 0 16,-21 1 0 0,-17 8 0-16,-16 4 0 15,-13-1 0-15</inkml:trace>
  <inkml:trace contextRef="#ctx0" brushRef="#br0" timeOffset="2248.17">22289 2922 255 0,'9'-33'0'15,"4"-15"0"-15,3-5 0 16,7-15 0-16,-8 3 0 0,-4-2 0 31,-11-3 0-15,-9 8 0-16,-8-1 0 0,-10 8 0 15,-9 5 0-15,-5 7 0 16,-1 14 0 0,4 14 0-16,-1 10 0 15,5 12 0 1,5 10 0 0,8 18 0-16,-6 20 0 15,-2 33 0-15,-9 47 0 31,-1 31 0-31,3 18 0 16,7-1 0-16,10-8 0 0,9-21 0 31,6-8 0-31,4-13 0 16,6-16 0 0,8-20 0-16,-3-8 0 15,3-6 0 1,-1-9 0-16,3-13 0 15,-16-61 0 1,0 0 0-16,2 36 0 16,-6-21 0-16</inkml:trace>
  <inkml:trace contextRef="#ctx0" brushRef="#br0" timeOffset="2509">21678 3448 255 0,'96'-9'0'0,"6"-9"0"0,36-4 0 0,-6 4 0 0,-132 18 0 0,95-15 0 0</inkml:trace>
  <inkml:trace contextRef="#ctx0" brushRef="#br0" timeOffset="2907.22">22537 3521 255 0,'0'0'0'0,"0"0"0"15,18-13 0-15,13-17 0 16,9-11 0-1,3-12 0-15,-3-4 0 16,-13 5 0 15,-13 8 0-31,-14 9 0 0,-10 14 0 16,-7 9 0-16,-10 6 0 16,-6 17 0-1,-6 17 0 1,-8 25 0-16,3 22 0 0,11 13 0 31,21-1 0-31,30-31 0 16,26-24 0-16,23-23 0 15,14-11 0-15,4-18 0 16,-22-1 0 0</inkml:trace>
  <inkml:trace contextRef="#ctx0" brushRef="#br0" timeOffset="5176.08">19596 2230 255 0,'34'-16'0'0,"7"5"0"0,12-3 0 0,15 6 0 0,-1 0 0 0,-3 6 0 0,0 8 0 0,-8 1 0 0,-8 10 0 15,-7 1 0-15,-7 8 0 16,-7 7 0 0,-10 9 0-1,-5 7 0-15,-14 4 0 16,-17 14 0 0,-16 0 0-16,-22 4 0 15,-26 8 0-15,-7-8 0 16,-1-7 0-1,6-14 0-15,13-11 0 16,20-12 0 0,52-27 0-16,0 0 0 15,0 0 0 1,-30 17 0-16,22-6 0 16,18-5 0-1,10-2 0-15,9 5 0 16,14 0 0-16,12 3 0 15,20 6 0 1,12 13 0-16,10 11 0 16,-15-3 0-16,-8 6 0 15,-14 0 0 1,-16-1 0 0,-10 2 0-16,-15 3 0 15,-17-5 0-15,-18-3 0 16,-23 8 0-1,-23 1 0-15,-30 7 0 16,-31 2 0 0,-11-13 0-16,9-17 0 15,7-11 0 1,15-11 0-16,8-7 0 16,19-5 0-16</inkml:trace>
  <inkml:trace contextRef="#ctx0" brushRef="#br0" timeOffset="5948.19">23117 3168 255 0,'31'-72'0'0,"-11"22"0"0</inkml:trace>
  <inkml:trace contextRef="#ctx0" brushRef="#br0" timeOffset="6194.72">23418 2509 255 0,'0'-27'0'16,"6"9"0"-1,-2 5 0-15,0 10 0 0,1 6 0 16,-1 20 0 0,-2 16 0-16,-8 30 0 31,-7 27 0-31,-12 46 0 15,-6 14 0-15,2-8 0 16,10-23 0-16,6-28 0 16,6-20 0-16,7-12 0 15,2-15 0 1,-2-50 0 0,0 0 0-1,-2 17 0-15,-1-22 0 16</inkml:trace>
  <inkml:trace contextRef="#ctx0" brushRef="#br0" timeOffset="6400.86">23134 3205 255 0,'0'0'0'0,"0"0"0"15,30 0 0-15,19 0 0 31,22 0 0-31,24 4 0 0,7 6 0 32,-12-1 0-17,-30-3 0-15</inkml:trace>
  <inkml:trace contextRef="#ctx0" brushRef="#br0" timeOffset="6767.52">24190 3168 255 0,'0'0'0'0,"0"0"0"16,-22-4 0-16,-20 3 0 15,-19 6 0 1,-8 23 0-16,-4 34 0 16,9 25 0-1,24 11 0-15,27-6 0 16,28-16 0-16,23-21 0 15,21-34 0 1,25-21 0-16,31-31 0 16,19-31 0-1,2-33 0 1,-46 21 0-16</inkml:trace>
  <inkml:trace contextRef="#ctx0" brushRef="#br0" timeOffset="7245.82">24780 2303 255 0,'0'0'0'0,"0"0"0"16,0 0 0-16,0 29 0 16,-7 34 0-1,-9 37 0 1,-20 50 0-16,-13 29 0 31,-3-8 0-31,12-36 0 0,13-38 0 0,12-28 0 16,15-69 0-1,0 0 0 1,0 45 0-16,17-23 0 0,11-18 0 31,5-13 0-31,10-6 0 16,7-1 0 0,-50 16 0-1,55-6 0-15,-10 26 0 16,-24 13 0-1,-9 16 0-15,-5 12 0 16,-1 8 0-16,-6-69 0 16,18 47 0-1,-3-29 0-15</inkml:trace>
  <inkml:trace contextRef="#ctx0" brushRef="#br0" timeOffset="7754.61">25487 1540 255 0,'0'0'0'0,"0"0"0"0,24 0 0 0,14 4 0 0,11 11 0 0,-1 17 0 15,10 16 0-15,6 22 0 31,2 19 0-31,-8 16 0 0,-12 12 0 16,-11 14 0 0,-14 7 0-16,-16 8 0 15,-17 11 0 1,-19 4 0-16,-20 2 0 16,-16-1 0-1,-21-3 0-15,-18-7 0 16,-15-6 0-16,-5-6 0 15,-9-2 0-15,0-24 0 16,40-47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9:17:33.1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9600 6145 255 0,'31'-4'0'0,"-14"2"0"0,1-2 0 0,0 3 0 0,5-2 0 0,-5 1 0 0,5-3 0 0,-2 1 0 0,4-3 0 0,2 3 0 0,0 1 0 0,-27 3 0 16,34-4 0-16,-34 4 0 16,40 0 0-1,-40 0 0-15,51 0 0 32,3 2 0-32,-54-2 0 15,63 5 0-15,-63-5 0 16,69 4 0-1,-69-4 0-15,72 5 0 16,-72-5 0 0,76 6 0-16,-76-6 0 15,82 11 0 1,-12 3 0-16,-70-14 0 0,60 11 0 16,-4 0 0-1,-7-1 0-15,-9-2 0 31,-40-8 0-15,43 6 0-16,6 3 0 16,-4-1 0-1,-45-8 0-15,51 6 0 16,-51-6 0-16,58 7 0 16,7 0 0-1,-9-3 0-15,-4 1 0 16,-52-5 0-1,54 4 0-15,-54-4 0 16,69 5 0-16,-69-5 0 16,74 4 0-1,-74-4 0-15,78 5 0 16,-5 2 0 0,-73-7 0-16,70 4 0 15,-12-1 0-15,-6-3 0 16,-10 4 0-1,-42-4 0 1,43 4 0-16,-43-4 0 16,51 7 0-16,-51-7 0 15,51 5 0 1,2 2 0-16,-9 1 0 16,-1-4 0-16,-43-4 0 15,45 4 0 1,2 1 0-16,-47-5 0 15,51 7 0 1,-51-7 0-16,58 7 0 16,-58-7 0-1,65 4 0-15,-5 0 0 16,-60-4 0 0,60 5 0-16,-60-5 0 15,63 8 0-15,-5-4 0 16,-58-4 0-1,54 6 0-15,-54-6 0 16,53 6 0 0,-53-6 0-16,46 5 0 15,-46-5 0 1,47 4 0-16,-47-4 0 16,0 0 0-16,0 0 0 15,44 8 0 1,-44-8 0-16,0 0 0 15,0 0 0 1,34 4 0-16,-34-4 0 16,0 0 0-16,0 0 0 15,23 5 0 1,-23-5 0-16,0 0 0 16,0 0 0-1,11 2 0 1,-11-2 0-1,0 0 0-15,0 0 0 0,2-2 0 16</inkml:trace>
  <inkml:trace contextRef="#ctx0" brushRef="#br0" timeOffset="1580.42">12730 6815 255 0,'0'0'0'0,"0"0"0"0,0 0 0 0,0 0 0 0,14-15 0 0,15-23 0 0,8-7 0 0,9-4 0 0,3-5 0 0,-49 54 0 0,47-43 0 0,-47 43 0 0,40-26 0 0,-14 21 0 0,-13 19 0 15,-8 9 0 1,-1 12 0 0,1 13 0-16,-2 7 0 15,-9-2 0 1,0-6 0-16</inkml:trace>
  <inkml:trace contextRef="#ctx0" brushRef="#br0" timeOffset="2930.91">12728 6709 255 0,'0'0'0'0,"0"0"0"0,0 0 0 0,0 0 0 0,0 0 0 0,0 0 0 0,0 0 0 0,9 20 0 0,8 17 0 0,-1 12 0 0,0 0 0 0,-8 1 0 0,2 1 0 0,-4 5 0 16,-1 11 0 0,-1 10 0-16,0 8 0 15,1 4 0-15,0 0 0 16,1-11 0-1,3-13 0 1,-9-65 0-16,0 0 0 16,0 0 0-16,6 50 0 15,-6-50 0 1,12 19 0-16,-2-21 0 16,-2-11 0-1,2-14 0-15,3-15 0 16,5-18 0-1,1-24 0-15,6-26 0 16,4-18 0 0,-9 5 0-16,-5 24 0 15,0 20 0-15,3 13 0 16,-9 12 0 0,-5 10 0-16</inkml:trace>
  <inkml:trace contextRef="#ctx0" brushRef="#br0" timeOffset="3933.28">12931 7844 255 0,'0'0'0'0,"0"0"0"0,0 0 0 0,0 0 0 0,0 0 0 0,0 0 0 0,0 0 0 0,0 0 0 0,-10 0 0 0,-13 5 0 15,3 7 0-15,-2 7 0 16,5 7 0-1,-1 8 0-15,7 16 0 16,5-2 0 0,8-5 0-1,-2-43 0-15,9 38 0 16,11-14 0-16,-1-16 0 16,7-17 0-1,-6-14 0-15,3-8 0 16,-2-17 0-1,-9 6 0-15,-8 0 0 16,-6 8 0-16,-7 14 0 16,-6 10 0-16,-1 11 0 15,0 8 0 1,4 3 0-16</inkml:trace>
  <inkml:trace contextRef="#ctx0" brushRef="#br0" timeOffset="4919.89">13031 6768 255 0,'0'0'0'0,"0"0"0"0,0 0 0 0,0 0 0 0,0 0 0 0,0 0 0 0,-10 0 0 16,-11 0 0 0,4 0 0-16,3 3 0 15,3 3 0 1,-1 2 0-1,2-4 0-15,-1 0 0 16,-1-2 0-16,4 1 0 16,1-1 0-1,3-2 0-15,6-5 0 16,4-4 0 0,7-9 0-16,3 1 0 15,-1-1 0-15,-3 6 0 16,-3 3 0-1,-11 14 0-15,-7 13 0 16,-9 15 0 0,-9 20 0-16,-2 12 0 15,-5 1 0 1,34-66 0-16,-29 66 0 16,29-66 0-1,-9 53 0-15,18-32 0 16,7-18 0-1,1-8 0-15,7-6 0 0,-2 0 0 32,-2 3 0-32,-2 8 0 0,-10 5 0 31,-8 16 0-31,-4 10 0 16,-2 8 0-1,-1 8 0-15,7-47 0 16,-2 47 0-16,11-1 0 15,-9-46 0 1,12 40 0-16,-12-40 0 16,14 48 0-16,-9 9 0 15,-12 15 0 1,-9 1 0 0</inkml:trace>
  <inkml:trace contextRef="#ctx0" brushRef="#br0" timeOffset="6016.67">10981 9143 255 0,'-41'-4'0'0,"11"2"0"0,-1 2 0 0,-3 5 0 0,-1 10 0 0,-9 13 0 0,-4 9 0 0,2 19 0 0,-2 22 0 0,6 17 0 0,13-3 0 0,8-9 0 0,15-20 0 16,10-15 0-16,11-11 0 15,2-12 0-15,8-8 0 16,-25-17 0 0,35 12 0-1,19-12 0 1,1-16 0-16,4-17 0 16,-4-15 0-16,-3-16 0 15,-11-10 0 1,-10-3 0-16,-2 1 0 0,-9 7 0 31,-7 9 0-31,-1 23 0 16,-10 13 0-1,-2 23 0-15,-2 16 0 0,-3 18 0 16,-2 17 0 0,3 23 0-16,4 21 0 15,8 5 0 1,17-22 0-1,4-30 0-15,12-22 0 16,2-22 0-16,-12-12 0 16</inkml:trace>
  <inkml:trace contextRef="#ctx0" brushRef="#br0" timeOffset="6488.92">11932 9133 255 0,'-44'-9'0'0,"13"10"0"0,0 19 0 0,-7 23 0 0,6 12 0 0,21 13 0 15,16-12 0-15,14-10 0 16,10-11 0-16,15-14 0 16,5-5 0-1,6 0 0-15,7 3 0 16,-7-2 0-1,-8 3 0-15,-47-20 0 16,0 0 0-16,26 22 0 16,-19 1 0-1,-16-6 0-15,-15 1 0 16,-16 1 0 0,-22 3 0-16,-20 2 0 15,-11 3 0 1,0 2 0-16,27 3 0 15,66-32 0-15,0 0 0 16,-29 31 0 0</inkml:trace>
  <inkml:trace contextRef="#ctx0" brushRef="#br0" timeOffset="7191.54">12540 9274 255 0,'0'0'0'0,"0"0"0"0,-5 21 0 0,-3 22 0 0,-2 24 0 16,8 16 0-1,2 8 0-15,12-14 0 32,7-36 0-32,2-28 0 0,-5-21 0 15,1-16 0-15,5-17 0 16,10-21 0-1,1-16 0 1,1-12 0-16,-1 13 0 16,-8 35 0-16,-7 29 0 15,-5 16 0 1,0 14 0 0,3 18 0-16,9 24 0 15,11 15 0-15,6 16 0 0,10 3 0 31,-4-8 0-31,0-8 0 0,-6-11 0 16,-9 2 0 0,-4 0 0-1,-4 5 0-15,-10 0 0 0,-17 6 0 16,-20-4 0 0,-15-3 0-1,-12-10 0 1,-18-8 0-16,-17-16 0 15,-11-16 0-15,-6-15 0 16,2-17 0 0,12-17 0-16,11-11 0 15,25-10 0-15,30-5 0 16,32-23 0 0,36-29 0-16,37-22 0 15,-9 17 0-15</inkml:trace>
  <inkml:trace contextRef="#ctx0" brushRef="#br0" timeOffset="7747.39">13625 9197 255 0,'-9'103'0'0,"7"-29"0"0,0 2 0 0,0-12 0 0,2-64 0 0,0 0 0 16,0 0 0-16,15 34 0 15,16-36 0 1,3-24 0-16,10-13 0 16,15-14 0-1,10-6 0-15,-69 59 0 16,64-39 0-16,-25 47 0 16,-30 28 0-1,-13 25 0 1,-8 20 0-16,2 16 0 15,1-13 0-15</inkml:trace>
  <inkml:trace contextRef="#ctx0" brushRef="#br0" timeOffset="8113.12">14750 9408 255 0,'0'0'0'0,"0"0"0"16,0 0 0-1,-2-14 0-15,-12-16 0 16,-7 8 0-16,-6 9 0 15,-6 13 0 1,-4 15 0 0,1 26 0-16,0 25 0 31,12 33 0-31,19 15 0 0,28-18 0 16,24-28 0-1,11-36 0 1,4-27 0-16,10-20 0 15,6-22 0-15,-4-11 0 16,-23 3 0 0</inkml:trace>
  <inkml:trace contextRef="#ctx0" brushRef="#br0" timeOffset="8711.54">15431 8492 255 0,'0'0'0'0,"0"0"0"15,0 0 0 1,0 27 0-16,0 30 0 15,-9 41 0 1,-5 45 0-16,-7 35 0 16,-4-1 0-16,8-27 0 15,6-32 0 1,-3-30 0-16,14-88 0 16,-9 55 0-1,9-55 0-15,9 32 0 16,9-29 0-1,4-17 0-15,5-9 0 16,4-8 0-16,8-7 0 16,-39 38 0-1,50-33 0-15,-1 12 0 16,-49 21 0 0,36 10 0-1,-12 16 0-15,-11 15 0 0,-5 9 0 16,-13 11 0-1,-2 11 0 1,-4 6 0-16,2 0 0 16,2-10 0-16,7-68 0 15,-4 52 0 1,4-52 0-16,0 0 0 16,2 50 0-1,-2-50 0 1,0 0 0-16,7 41 0 15</inkml:trace>
  <inkml:trace contextRef="#ctx0" brushRef="#br0" timeOffset="9223.64">16067 9445 255 0,'0'0'0'0,"0"0"0"0,0 23 0 0,0 19 0 0,-2 19 0 0,-7 8 0 15,1 16 0-15,-3-11 0 0,11-74 0 31,0 0 0-31,0 0 0 16,-14 51 0 0,7-33 0-1,14-23 0-15,5-13 0 16,7-9 0-16,13-1 0 16,18-6 0-1,10 3 0-15,3 8 0 16,-3 16 0-16,-2 12 0 15,-11-3 0 1</inkml:trace>
  <inkml:trace contextRef="#ctx0" brushRef="#br0" timeOffset="9605.54">16774 9579 255 0,'0'0'0'0,"0"0"0"16,0 0 0 0,0 0 0-16,-15 15 0 15,-16 22 0 1,-2 19 0-16,4 19 0 16,16 11 0-1,15-18 0-15,13-24 0 16,12-23 0-1,0-17 0-15,4-18 0 16,3-11 0-16,11-17 0 16,-1-12 0-1,-4-13 0-15,-18-1 0 16,-24 13 0 0,-14 14 0-16,-15 21 0 15,-2 14 0 1,-1 15 0-16,11 7 0 15,5 6 0 1,3 2 0-16</inkml:trace>
  <inkml:trace contextRef="#ctx0" brushRef="#br0" timeOffset="10302.82">17470 9512 255 0,'-4'-22'0'0,"-2"-5"0"0,-3 14 0 0,2 2 0 0,0 4 0 0,3 3 0 0,-3 4 0 16,5 12 0-16,2 16 0 31,-2 10 0-31,0 18 0 16,-3 15 0-1,3 1 0-15,2-72 0 16,0 0 0 0,0 0 0-16,-5 51 0 15,5-36 0 1,7-24 0-16,4-14 0 16,5-11 0-1,12-11 0-15,5 3 0 16,-4 9 0-16,-3 14 0 15,-7 15 0 1,-6 21 0-16,-3 19 0 16,-4 31 0-1,-6 25 0-15,4 24 0 16,2-17 0 0,-6-99 0-16,3 55 0 15</inkml:trace>
  <inkml:trace contextRef="#ctx0" brushRef="#br0" timeOffset="10747.94">18127 9535 255 0,'0'0'0'0,"0"0"0"0,0 0 0 0,-16 18 0 0,-17 22 0 15,2 16 0-15,6 20 0 16,7 20 0 0,12 7 0-16,14-21 0 15,10-28 0 1,13-21 0-16,3-20 0 15,-5-19 0-15,2-11 0 16,4-17 0 0,3-16 0-16,-5-14 0 15,-6-19 0-15,-23-2 0 16,-18 8 0 0,-21 20 0-16,-18 23 0 15,0 24 0 1,-2 18 0-16,13 14 0 15,10 8 0-15,11-5 0 16</inkml:trace>
  <inkml:trace contextRef="#ctx0" brushRef="#br0" timeOffset="11199.57">18372 9718 255 0,'0'44'0'0,"0"22"0"0,6 3 0 0,9-4 0 0,3-17 0 15,-18-48 0-15,0 0 0 16,23 19 0-16,-1-30 0 16,-2-14 0-1,2-15 0 1,4-23 0-16,7-15 0 0,5-14 0 31,-3 9 0-31,-35 83 0 16,0 0 0-1,27-43 0-15,-16 43 0 16,-9 25 0-16,-4 16 0 16,0 24 0-1,0 13 0-15,2 7 0 16,10-11 0 0,11-23 0-16,3-22 0 15,4-22 0 1,-10-7 0-16</inkml:trace>
  <inkml:trace contextRef="#ctx0" brushRef="#br0" timeOffset="11623.24">19452 9330 255 0,'0'0'0'16,"0"0"0"-16,0 0 0 16,-16 12 0-1,-14 13 0-15,-1 16 0 16,9 14 0 0,4 7 0-16,10 3 0 15,16-11 0 1,19-11 0-16,9-12 0 15,9-10 0-15,-45-21 0 16,53 17 0 0,-53-17 0-1,60 18 0-15,-60-18 0 0,40 18 0 16,-28 0 0 0,-24-5 0-16,-11 0 0 31,-23 1 0-31,-29 4 0 0,-39 0 0 15,-41 8 0 1,-22 1 0 0,43-6 0-16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9:21:01.6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8169 12394 255 0,'-29'16'0'0,"23"-7"0"0,17 1 0 0,9 2 0 0,15-3 0 0,27 0 0 0,27-2 0 0,34-2 0 0,-1-5 0 0,-9-5 0 0,-10-4 0 0,-12 0 0 15,-3 2 0 1,-7-2 0-16,-19-4 0 16,-23 3 0-16</inkml:trace>
  <inkml:trace contextRef="#ctx0" brushRef="#br0" timeOffset="476.82">8780 12133 255 0,'0'0'0'15,"0"0"0"-15,0 0 0 16,0 0 0-16,-2 27 0 16,-7 30 0-1,3 40 0 1,2 32 0-1,10 21 0-15,11-2 0 16,7-14 0-16,-9-20 0 0,-8-38 0 31</inkml:trace>
  <inkml:trace contextRef="#ctx0" brushRef="#br0" timeOffset="1318.15">10401 11817 255 0,'0'0'0'0,"0"0"0"0,0 0 0 0,0 0 0 0,0 0 0 0,0 0 0 0,0 0 0 15,0 19 0 1,0 25 0-16,0 19 0 31,0 10 0-31,0-73 0 16,0 0 0-16,0 0 0 16,0 76 0-16,9-40 0 15,13-47 0 1,3-19 0-16,6-11 0 15,5-6 0-15,4-1 0 16,0 6 0 0,-9 19 0-16,-10 21 0 15,-9 16 0 1,-4 6 0-16,-6 9 0 31,-2-29 0-31,0 0 0 0,0 0 0 16,4 27 0-1,7-11 0 1,7-13 0-16,5-13 0 0,2-11 0 16,1 0 0-1,-26 21 0 1,29-19 0-16,-2 17 0 16,-6 16 0-1,-6 14 0-15,-1 20 0 16,1 20 0-16,4 9 0 15,-6 0 0 1</inkml:trace>
  <inkml:trace contextRef="#ctx0" brushRef="#br0" timeOffset="1811.78">11367 12064 255 0,'0'0'0'15,"0"0"0"-15,0 0 0 0,22-16 0 0,16-22 0 0,12-21 0 16,-3-12 0 0,-14 5 0-1,-19 16 0-15,-16 18 0 16,2 32 0-16,-16-12 0 16,-7 14 0-1,-8 18 0-15,-7 22 0 16,-2 29 0-1,4 24 0-15,18 3 0 16,27-26 0-16,15-28 0 16,12-24 0-1,10-22 0-15,4-14 0 16,12-13 0 0,0-5 0-16,-2 3 0 15,-2 0 0-15,-6 2 0 16,-5 0 0-1,-9 5 0-15</inkml:trace>
  <inkml:trace contextRef="#ctx0" brushRef="#br0" timeOffset="2556.94">12123 11717 255 0,'0'0'0'16,"0"0"0"-16,0 0 0 15,-16 5 0-15,-15 12 0 16,-4 19 0 0,6 9 0-16,6 8 0 15,5 11 0 1,18-64 0-16,-4 57 0 15,12-14 0 1,11-23 0-16,-1-20 0 16,0-14 0-16,6-13 0 15,5-23 0-15,4-13 0 16,6-20 0 0,-1-9 0-1,-7 5 0-15,-4 3 0 0,-8 19 0 31,-5 9 0-31,-14 56 0 16,0 0 0 0,0 0 0-16,5-32 0 15,-12 31 0 1,1 22 0-16,-2 12 0 0,4 17 0 16,4 17 0-1,4 12 0-15,6 5 0 16,3-7 0-1,1-18 0 1,-1-18 0-16,-13-41 0 16,0 0 0-16,19 29 0 15,-6-15 0-15,-2-14 0 16,2-13 0 0,3-9 0-16,0-11 0 15,1-15 0 1,-3 0 0-1,-14 48 0 1,0 0 0-16,0 0 0 0,13-38 0 31,1 25 0-31,-4 23 0 16,-3 20 0 0,2 12 0-16,0 12 0 15,0 7 0 1,-9-61 0-16,12 54 0 15,3-26 0-15,-6-19 0 16</inkml:trace>
  <inkml:trace contextRef="#ctx0" brushRef="#br0" timeOffset="2748.62">12560 11349 255 0</inkml:trace>
  <inkml:trace contextRef="#ctx0" brushRef="#br0" timeOffset="3193.73">12848 11444 255 0,'0'74'0'0,"0"-27"0"0,0-1 0 16,-2 2 0-1,2-48 0-15,0 0 0 0,0 0 0 16,-3 40 0 0,-1-13 0-16,4-21 0 15,4-12 0 1,5-10 0-1,8-2 0-15,-4 1 0 16,1 3 0-16,-1 2 0 31,-1 10 0-31,-6 12 0 16,-2 11 0-16,-4 13 0 0,3 9 0 16,1 13 0-1,2 6 0-15,-6-62 0 16,0 0 0-1,12 59 0-15</inkml:trace>
  <inkml:trace contextRef="#ctx0" brushRef="#br0" timeOffset="3622.54">13307 11653 255 0,'0'0'0'0,"0"0"0"0,0 0 0 0,0 0 0 0,0 0 0 31,0 0 0-31,0 0 0 16,-17 17 0 0,-20 18 0-16,1 20 0 15,0 14 0-15,5 13 0 16,13-6 0-1,14-20 0 1,4-56 0-16,12 29 0 16,7-22 0-16,1-20 0 15,-1-10 0 1,2-10 0-16,7-15 0 16,-3-7 0-1,1 1 0-15,-1 10 0 16,-8 19 0-16,-5 16 0 15,-3 18 0 1,-5 21 0-16,2 11 0 16,1 15 0-1,9 7 0-15,7-7 0 16,-23-56 0 0,20 34 0-16</inkml:trace>
  <inkml:trace contextRef="#ctx0" brushRef="#br0" timeOffset="5916.54">13068 11605 255 0,'-26'0'0'0</inkml:trace>
  <inkml:trace contextRef="#ctx0" brushRef="#br0" timeOffset="6430.29">12994 11571 255 0,'-9'-28'0'15,"-5"11"0"1,-3 9 0-16,-3 1 0 16,-5 5 0-16,-2 8 0 15,-1 8 0 1,-1 6 0-1,1 7 0 1,-1 8 0-16,5 8 0 0,1 0 0 16,1 2 0-1,6 1 0-15,4 2 0 16,12-48 0 0,-2 46 0-16,2-46 0 15,9 50 0-15,-9-50 0 16,18 38 0-1,9-9 0-15,2-18 0 16,-2-11 0 0,0-11 0-16,0-12 0 15,-6-6 0-15,5-17 0 32,-1-6 0-32,-3-9 0 15,-5-3 0-15,-5 10 0 0,-5 14 0 31,-7 15 0-31,-3 14 0 0,-3 14 0 32,-4 11 0-32,2 16 0 15,-1 5 0-15,0 17 0 16,4 2 0 0,5 4 0-1,10-4 0-15,5-11 0 16,7-18 0-1,1-13 0-15,-8-7 0 16</inkml:trace>
  <inkml:trace contextRef="#ctx0" brushRef="#br0" timeOffset="6967.34">13394 11496 255 0,'0'0'0'0,"0"0"0"0,0 0 0 0,0 0 0 15,0 0 0-15,-2 18 0 16,-10 19 0-1,1 11 0 1,5 0 0-16,-1 2 0 63,3 1 0-48,1-2 0-15,1-2 0 16,2-47 0-16,0 0 0 15,0 0 0-15,-2 42 0 0,2-42 0 0,0 32 0 0,2-25 0 0,7-16 0 16,4-13 0-16,3-8 0 16,5-4 0-1,3-6 0-15,3 5 0 16,4 6 0-16,-2 8 0 16,-4 13 0-1,0 10 0-15,-1 16 0 16,-1 17 0-1,-5 30 0-15,-3 25 0 16,-6 40 0 0,-4-16 0-16</inkml:trace>
  <inkml:trace contextRef="#ctx0" brushRef="#br0" timeOffset="9477.35">10668 12566 255 0,'8'69'0'0,"-2"-6"0"0,1 16 0 15,-1 12 0-15,-1 3 0 0,-5-94 0 0,3 73 0 0,-3-73 0 0,0 0 0 0,0 0 0 0,2 37 0 0,4-41 0 0,5-19 0 16,1-8 0-16,2-10 0 15,6-9 0-15,4-9 0 16,0 7 0 0,1 14 0-16,-4 23 0 15,-6 13 0 1,-4 15 0-16,-4 17 0 16,-5 12 0-16,-4 18 0 15,-2 14 0 1,1 7 0-1,3-81 0-15,0 0 0 16,5 55 0-16,5-44 0 16,7-30 0-1,-1-20 0-15,6-12 0 16,5-16 0 0,4-12 0-16,2 17 0 15,-33 62 0-15,27-32 0 16,-4 25 0-1,-9 23 0-15,-8 13 0 16,0 17 0 0,8 16 0-16,-1 9 0 15,-4-4 0-15</inkml:trace>
  <inkml:trace contextRef="#ctx0" brushRef="#br0" timeOffset="9991.25">11630 12859 255 0,'0'0'0'0,"0"0"0"16,0 0 0-16,0 0 0 0,0 0 0 0,0 0 0 0,0 0 0 0,0 0 0 16,0 0 0-16,0 0 0 31,0-17 0-31,0-19 0 15,-9 2 0 1,1 10 0-16,-3 5 0 16,-5 8 0-16,1 11 0 15,-3 14 0-15,3 11 0 16,1 12 0-16,5 22 0 16,9 11 0-1,9 0 0 1,13-6 0-16,7-21 0 15,4-22 0-15,4-17 0 16,-2-11 0 0,6-11 0-16,-8-3 0 15</inkml:trace>
  <inkml:trace contextRef="#ctx0" brushRef="#br0" timeOffset="11041.87">12474 12721 255 0,'0'0'0'0,"0"0"0"0,0 0 0 0,0 0 0 0,0 0 0 0,0 0 0 0,0 0 0 15,0 0 0-15,0 0 0 0,-15 0 0 16,-14-4 0-16,-2 1 0 15,2 6 0 1,-2 5 0-16,3 13 0 16,1 7 0-16,-4 13 0 15,9 3 0 1,5 3 0-16,17-47 0 16,-10 48 0-1,8-11 0-15,2-37 0 16,12 30 0-1,-12-30 0-15,17 11 0 16,7-14 0-16,-1-7 0 16,-2-11 0-1,2-4 0 1,1-1 0-16,-7-6 0 16,1-5 0-16,-2 4 0 15,-3 3 0 1,-4 12 0-16,0 7 0 15,0 8 0-15,-1 17 0 16,-3 11 0 0,1 11 0-16,2 10 0 15,5-2 0-15,-13-44 0 16,0 0 0 0,20 31 0-16,0-25 0 15,5-8 0 1,-3-8 0-1</inkml:trace>
  <inkml:trace contextRef="#ctx0" brushRef="#br0" timeOffset="11374.2">12833 12627 255 0,'0'0'0'0,"0"0"0"0,0 0 0 0,2 20 0 15,2 24 0 1,0 13 0-16,-4 7 0 16,0-64 0-1,0 0 0-15,0 0 0 0,-4 58 0 16,8-28 0 0,9-26 0-16,4-8 0 15,0-5 0 16,2 0 0-31,1 5 0 0,3 4 0 16,-6 9 0 0,1 8 0-16,-3 11 0 0,-6 2 0 31,-9 4 0-15,-9-3 0-16</inkml:trace>
  <inkml:trace contextRef="#ctx0" brushRef="#br0" timeOffset="11989.76">11694 12855 255 0,'0'0'0'0,"0"0"0"0,0 0 0 0,0 0 0 0,0 0 0 16,0 0 0-16,0 0 0 16,0 0 0-16,0 0 0 15,0 0 0-15,0 0 0 16,-2 11 0-1,-12 12 0-15,-5-1 0 16,-6 0 0-16,-3 3 0 16,-9 8 0-1,-6-1 0-15,3-5 0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9:24:20.8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12268 6614 255 0,'23'-35'0'0,"2"12"0"0,5 1 0 0,3-6 0 0,0 7 0 0,3-2 0 16,-36 23 0-1,42-20 0-15,-42 20 0 16,45-19 0-16,3 9 0 16,-6 3 0-16,-5 3 0 15,-37 4 0 1,39 4 0-16,-1 10 0 15,-4 7 0 1,-8 3 0-16,-2 3 0 16,1 4 0-1,0 0 0-15,-4 3 0 16,0-4 0 0,2 2 0-16,2-1 0 15,1 0 0 1,3-4 0-16,1 2 0 15,1-2 0-15,5-1 0 16,-1-1 0-16,1-4 0 16,-1-2 0-1,3 1 0 1,-1-8 0-16,1-5 0 16,-1-7 0-16,5-7 0 15,-2-4 0 1,0-7 0-16,5-4 0 15,-6 0 0-15,2-2 0 16,2-2 0 0,-5 2 0-1,-1-1 0-15,0 0 0 16,-6 1 0-16</inkml:trace>
  <inkml:trace contextRef="#ctx0" brushRef="#br0" timeOffset="2216.23">14412 6183 255 0,'0'-25'0'0,"0"12"0"0,2 7 0 0,3 6 0 0,-1 8 0 0,3 10 0 0,-2 12 0 0,-3 14 0 0,-4 16 0 0,-3 18 0 0,-2 15 0 0,-2 8 0 16,1-13 0-1,1-16 0 1,4-10 0-16,3-62 0 16,-4 42 0-16</inkml:trace>
  <inkml:trace contextRef="#ctx0" brushRef="#br0" timeOffset="2676.35">14282 6583 255 0,'0'0'0'16,"0"0"0"-1,0 0 0-15,16-12 0 16,18-10 0 0,11 2 0-16,1 5 0 15,4 5 0 1,2 6 0-16,-6 6 0 16,-1 6 0-16,-6 5 0 15,-39-13 0 1,29 26 0-16,-12 8 0 15,-5 1 0 1,-17 1 0-16,-13 0 0 16,-7-3 0-1,-11-3 0-15,-4-4 0 16,-5-3 0 0,-1-7 0-16,2-5 0 15,9-7 0-15,6-10 0 16,12-3 0-1</inkml:trace>
  <inkml:trace contextRef="#ctx0" brushRef="#br0" timeOffset="2963.97">14963 6089 255 0,'0'0'0'0,"0"0"0"0,0 24 0 0,0 19 0 0,-12 18 0 0,-7 14 0 0,-13 24 0 0,-3 6 0 15,4-6 0 1,12-17 0-16,19-82 0 16,-11 65 0-16</inkml:trace>
  <inkml:trace contextRef="#ctx0" brushRef="#br0" timeOffset="3489.9">15185 6520 255 0,'0'0'0'31,"0"0"0"-31,0 0 0 0,-7 19 0 16,-10 19 0 0,4 3 0-1,7 1 0-15,2-2 0 16,4-7 0 0,6-6 0-16,3-2 0 0,7-8 0 15,4-4 0 16,5-10 0-31,4-6 0 16,2-8 0-16,-2-7 0 16,0-3 0-1,-3-9 0-15,-14 1 0 16,-9 6 0-16,-6-4 0 16,-5 2 0-1,-7-3 0 1,-2 6 0-16,-6 3 0 15,-6 11 0-15,-2 10 0 16,-7 9 0-16,0 5 0 16</inkml:trace>
  <inkml:trace contextRef="#ctx0" brushRef="#br0" timeOffset="3965.45">15658 6558 255 0,'0'0'0'0,"0"0"0"0,0 0 0 0,0 0 0 0,-13 0 0 0,-14-2 0 0,1 6 0 0,-3 11 0 0,2 6 0 16,9 10 0-16,4 12 0 16,9 2 0-16,13-7 0 15,7-5 0 1,8-8 0-16,4-14 0 15,-1-4 0-15,3-7 0 16,5-7 0 0,-8-4 0-1,-5-5 0-15,-8-4 0 16,-9-2 0 0,-14 2 0-16,-4-2 0 15,-6 1 0 1,-3 4 0-16,6 3 0 15,3 2 0-15,10 6 0 16,6 0 0 0</inkml:trace>
  <inkml:trace contextRef="#ctx0" brushRef="#br0" timeOffset="4491.22">16138 6554 255 0,'0'0'0'0,"0"0"0"0,0 0 0 0,-13 11 0 0,-14 14 0 0,-2 16 0 15,1 7 0 1,3 11 0 0,25-59 0-16,0 0 0 15,-20 55 0-15,18-19 0 16,9-27 0 0,6-18 0-16,6-16 0 15,2-14 0 1,11-26 0-1,9-14 0-15,12-28 0 16,-8-3 0-16,-9 12 0 16,-13 26 0-16,-23 72 0 15,0 0 0 1,8-43 0 0,-10 40 0-16,-11 24 0 15,-5 15 0 1,-6 25 0-16,0 14 0 15,4 12 0-15,11-3 0 16,14-20 0 0,14-15 0-16,16-14 0 15,1-14 0-15,-5-9 0 16</inkml:trace>
  <inkml:trace contextRef="#ctx0" brushRef="#br0" timeOffset="4904.84">17574 6533 255 0,'0'0'0'0,"0"0"0"0,0 29 0 0,0 25 0 0,0 36 0 0,0 19 0 0,0-6 0 0,0-103 0 15,-2 78 0-15,2-78 0 16,-14 44 0-16,-3-36 0 16,3-8 0-16</inkml:trace>
  <inkml:trace contextRef="#ctx0" brushRef="#br0" timeOffset="5238.18">17439 6441 255 0,'0'0'0'15,"21"-19"0"1,17-10 0-16,10 7 0 31,2 8 0-31,4 10 0 0,7 11 0 16,-5 10 0-1,-19 8 0 1,-37-25 0-16,16 29 0 16,-23 2 0-1,-10-1 0-15,-12 1 0 16,-11 8 0-1,-16 3 0-15,-1-5 0 16,12-14 0-16,19-17 0 16,17-8 0-1,11-1 0-15</inkml:trace>
  <inkml:trace contextRef="#ctx0" brushRef="#br0" timeOffset="5636.87">18107 6441 255 0,'0'0'0'0,"0"0"0"16,0 0 0-16,0 26 0 15,-5 22 0 1,-1 14 0-16,-1-3 0 16,-2-7 0 15,9-52 0-31,0 0 0 0,-15 33 0 16,-1-16 0-16,5-16 0 15,9-11 0 1,8-10 0-16,5-8 0 15,12-6 0-15,14-9 0 16,13-1 0-16,6 4 0 16,-3 13 0-1,-8 7 0 1,-14 7 0-16</inkml:trace>
  <inkml:trace contextRef="#ctx0" brushRef="#br0" timeOffset="6002.31">18546 6627 255 0,'0'0'0'15,"0"0"0"1,18-9 0-16,9-10 0 0,-6-1 0 15,-3-3 0 1,-5 1 0-16,-5-1 0 31,-6 4 0-31,-6 0 0 0,-8 6 0 32,-9 7 0-32,-2 12 0 0,-4 9 0 15,3 14 0 1,2 16 0-1,9 2 0 1,11-2 0-16,15-5 0 0,9-10 0 31,10-18 0-31,2-12 0 16,9-11 0-16,3-1 0 16</inkml:trace>
  <inkml:trace contextRef="#ctx0" brushRef="#br0" timeOffset="6399.88">19143 6426 255 0,'0'0'0'0,"0"0"0"0,0 0 0 16,-16 0 0 0,-15 2 0-16,-1 8 0 15,9 8 0 1,11 4 0-1,7 2 0-15,12 0 0 16,11-3 0-16,6-6 0 16,6-2 0-16,3-3 0 15,-2 1 0 1,-6 1 0-16,-11 1 0 16,-12 1 0-1,-14 3 0-15,-15 6 0 16,-6-1 0-16,-13 6 0 15,46-28 0 1,-59 26 0 0,59-26 0-16,0 0 0 15,-40 11 0-15,32-16 0 32,16-6 0-32,9-4 0 15,6-4 0-15</inkml:trace>
  <inkml:trace contextRef="#ctx0" brushRef="#br0" timeOffset="6796.24">19552 6415 255 0,'0'0'0'0,"0"0"0"16,0 0 0-1,0 0 0-15,-16 3 0 16,-13 5 0-1,3 11 0-15,8 4 0 16,12 5 0-16,6-1 0 16,13-5 0-1,7 0 0 1,5-4 0-16,0-3 0 16,0 3 0-1,-7-3 0-15,-5-3 0 16,-11 3 0-1,-12 4 0-15,-15-1 0 16,-8 0 0 0,-16 6 0-16,-5-3 0 15,54-21 0 1,-54 8 0-16,16-11 0 0,27-11 0 16,14-6 0-1,5 1 0 1</inkml:trace>
  <inkml:trace contextRef="#ctx0" brushRef="#br0" timeOffset="7258.45">19826 6475 255 0,'0'0'0'16,"0"0"0"-16,0 0 0 0,-2 25 0 0,-10 24 0 16,1 12 0-16,2 4 0 15,7-15 0 17,4-18 0-32,5-16 0 0,2-16 0 15,4-11 0-15,5-8 0 16,4-9 0-1,7-14 0-15,0-4 0 16,0 0 0-16,-1-1 0 16,-7 5 0-1,-7 17 0-15,-7 14 0 16,-5 11 0 0,0 9 0-16,-2 14 0 15,0 9 0 1,2 6 0-16,0 8 0 15,5 4 0-15,7-4 0 16,-14-46 0 0,20 33 0-16,4-18 0 15,-6-7 0-15</inkml:trace>
  <inkml:trace contextRef="#ctx0" brushRef="#br0" timeOffset="7534.36">20441 6385 255 0,'0'0'0'0,"0"0"0"0,0 0 0 0,-3 28 0 16,-6 24 0-16,0 7 0 15,1-4 0 1,-2-13 0-16,6-18 0 15,2-13 0-15,2-11 0 16,6-9 0 0,12-7 0-1,16-5 0-15,12-4 0 0,6 5 0 16,8 4 0 0,-2 12 0-16,-58 4 0 15,46-2 0 1</inkml:trace>
  <inkml:trace contextRef="#ctx0" brushRef="#br0" timeOffset="7923.29">21029 6535 255 0,'0'0'0'0,"0"0"0"16,0 0 0 0,0 0 0-1,11-12 0 1,8-15 0 0,-9 1 0-16,-7 5 0 0,-10 5 0 15,-9 6 0 1,-9 10 0-16,-1 10 0 15,-6 11 0 1,-1 17 0-16,8 5 0 16,7 10 0-1,10 4 0-15,14-2 0 16,19-9 0-16,4-15 0 16,13-15 0-1,10-14 0-15,2-12 0 16,-6-7 0-1</inkml:trace>
  <inkml:trace contextRef="#ctx0" brushRef="#br0" timeOffset="8353.79">21649 6435 255 0,'0'0'0'0,"0"0"0"16,0 0 0 0,0 0 0-16,0 0 0 15,0 0 0 1,0 0 0-16,0 0 0 31,0 0 0-31,-13 0 0 16,-14 6 0-16,2 9 0 15,2 11 0-15,6 3 0 16,7 3 0-16,10 2 0 16,10-3 0-1,7-3 0 1,9-4 0-16,3-3 0 16,0-2 0-16,0-7 0 15,-10-1 0 1,-3-1 0-16,-12-4 0 15,-14 3 0 1,-19 0 0-16,-16 2 0 16,-30-4 0-16,-16-3 0 15</inkml:trace>
  <inkml:trace contextRef="#ctx0" brushRef="#br0" timeOffset="27815.05">12293 7861 255 0,'31'-48'0'0,"-5"7"0"0,3 1 0 0,4 5 0 0,5-1 0 0,-1 0 0 0,7 0 0 16,5 0 0-16,6 2 0 0,-55 34 0 15,61-27 0-15,2 14 0 31,-7 13 0-15,-2 17 0-16,-2 12 0 16,-4 7 0-16,1 6 0 15,5 1 0-15,4-6 0 32,6-9 0-32,14-5 0 15,19-11 0 1,29-12 0-16,13-12 0 15,-13-1 0-15,-41 1 0 16</inkml:trace>
  <inkml:trace contextRef="#ctx0" brushRef="#br0" timeOffset="28382.35">14802 7571 255 0,'0'0'0'0,"0"0"0"0,0 0 0 0,0 0 0 0,4 19 0 0,5 22 0 0,-2 14 0 15,-3 16 0-15,2 8 0 16,-4 5 0-16,-2 3 0 31,-4-8 0-31,-4-17 0 16,8-62 0-16,-7 42 0 0</inkml:trace>
  <inkml:trace contextRef="#ctx0" brushRef="#br0" timeOffset="28896.5">14388 7622 255 0,'0'0'0'0,"0"0"0"16,6-22 0-16,6-17 0 15,9-7 0-15,10 5 0 16,7 2 0 0,2 5 0-1,9 4 0-15,16 5 0 16,6 4 0-16,8 5 0 15,5 13 0 1,-5 6 0 0,-7 13 0-16,-8 5 0 15,-15 4 0-15,-4 8 0 16,-11-1 0 0,-16 3 0-16,-9-4 0 15,-9-2 0 1,-9-3 0-16,-11 2 0 15,-12 0 0 1,-15 5 0-16,-13-1 0 16,-6-1 0-16,-5-6 0 15,6-7 0 1,65-18 0-16,-46 7 0 16,14-7 0-16</inkml:trace>
  <inkml:trace contextRef="#ctx0" brushRef="#br0" timeOffset="29452.21">15524 7533 255 0,'0'0'0'0,"0"0"0"0,-15 15 0 0,-16 14 0 0,-6 16 0 0,8 16 0 16,10 7 0-16,13-10 0 16,10-6 0-16,11-17 0 15,16-9 0 1,7-14 0 0,9-12 0-16,7-15 0 15,7-20 0-15,-6-7 0 16,-7-7 0-1,-9-2 0-15,-10-5 0 16,-17 8 0-16,-19 8 0 31,-11-1 0-31,-11 11 0 16,-10 9 0 0,-14 15 0-16,-5 15 0 15,0 15 0-15,9 10 0 16,15-1 0-1,19-11 0-15</inkml:trace>
  <inkml:trace contextRef="#ctx0" brushRef="#br0" timeOffset="29895.24">16073 7496 255 0,'0'0'0'0,"0"0"0"0,0 0 0 0,0 0 0 0,-17 13 0 15,-14 13 0-15,4 10 0 0,17-1 0 16,12-11 0-16,12 2 0 0,9-4 0 16,17 2 0-1,8-2 0-15,8 5 0 16,2-1 0-16,-58-26 0 16,0 0 0-1,48 27 0 1,-48-27 0-16,17 27 0 15,-25-12 0-15,-17-7 0 16,-9-1 0 0,-11-3 0-16,-14-4 0 15,-12 0 0 1,-6 0 0-16,77 0 0 16,-74 9 0-16,12-3 0 15</inkml:trace>
  <inkml:trace contextRef="#ctx0" brushRef="#br0" timeOffset="30196.45">16525 7715 255 0,'-5'36'0'0,"0"20"0"0,3 1 0 0,0 1 0 0,-2-4 0 16,4-54 0-1,-13 43 0-15</inkml:trace>
  <inkml:trace contextRef="#ctx0" brushRef="#br0" timeOffset="30353.1">16460 7521 255 0,'0'0'0'0,"0"0"0"16,0 0 0-16,0 0 0 16,0 0 0-1</inkml:trace>
  <inkml:trace contextRef="#ctx0" brushRef="#br0" timeOffset="30989.96">17047 7236 255 0,'0'0'0'16,"0"0"0"-16,0 31 0 16,0 23 0-1,-8 29 0-15,2 24 0 16,-7 15 0-1,-5-12 0-15,-5-13 0 16,8-21 0 0,3-10 0-16,3-14 0 15,2-12 0 1,7-40 0 0,0 0 0-16,0 0 0 0,0 25 0 15,2-23 0 1,-2-15 0-1,2-14 0-15,-4-12 0 0,-4-9 0 16,-4-6 0 15,-7-5 0-31,-6 5 0 16,-3 8 0-16,26 46 0 16,0 0 0-1,-27-27 0-15,27 27 0 16,0 0 0-1,-17-17 0-15,19 3 0 16,11 3 0 0,11 2 0-16,12-2 0 15,11 2 0 1,-2 9 0-16,0 6 0 16,-1 15 0-1,-6 13 0-15,-1 7 0 16,-6 15 0-16,-7 5 0 15,-4-3 0-15,-20-58 0 16,16 56 0 0,-16-56 0-16,0 0 0 15,9 42 0 1</inkml:trace>
  <inkml:trace contextRef="#ctx0" brushRef="#br0" timeOffset="31149.45">17243 7513 255 0,'0'0'0'0,"0"0"0"0,0 0 0 0,0 0 0 15,0 0 0-15</inkml:trace>
  <inkml:trace contextRef="#ctx0" brushRef="#br0" timeOffset="31736">17643 7702 255 0,'0'0'0'16,"0"0"0"-1,0 0 0 1,-18 13 0-16,-15 14 0 16,-3 17 0-16,-1 16 0 15,8 13 0 1,12-6 0-16,17-67 0 15,7 56 0 1,-7-56 0-16,25 41 0 16,2-23 0-1,-5-16 0-15,1-4 0 16,-2-2 0-16,0-5 0 16,1-3 0-1,-2-1 0 1,1-1 0-16,-5-8 0 15,-3-1 0 1,-2-5 0-16,-2-4 0 0,-2-1 0 31,-5 2 0-31,-4-3 0 16,-5 3 0-16,-2 2 0 0,0 0 0 31,-4 1 0-31,-3 5 0 16,-1 3 0-1,-5 1 0-15,0 8 0 16,-3 11 0-16,1 16 0 0,2 18 0 31,-1 21 0-15,-1 5 0-16</inkml:trace>
  <inkml:trace contextRef="#ctx0" brushRef="#br0" timeOffset="32518.75">18028 7652 255 0,'0'0'0'0,"0"0"0"0,0 0 0 0,-2 22 0 0,-12 21 0 0,-2 7 0 0,-1 2 0 15,5-12 0-15,8-15 0 16,10-12 0 0,4-13 0-1,5-1 0-15,7-7 0 16,0 4 0-16,0 4 0 15,0 4 0 1,-2 10 0-16,-2 6 0 16,-7 10 0-1,-11-30 0-15,9 33 0 16,-9-33 0 0,16 28 0-16,3-20 0 15,11-10 0 1,4-10 0-16,6-3 0 15,15-7 0-15,11-6 0 16,-1-3 0 0,-10-6 0-16,-55 37 0 15,44-36 0-15,-44 36 0 16,21-29 0 0,-23 22 0-1,-11 12 0-15,-5 7 0 16,-7 11 0-16,5 7 0 15,6-2 0 1,10-1 0 0,8-7 0-16,12-2 0 0,9-5 0 15,5-5 0 1,1 2 0-16,-31-10 0 31,35 7 0-31,-35-7 0 16,32 11 0-16,-24 1 0 15,-14 2 0 1,-17 7 0-16,-12-1 0 16,-19 6 0-1,-11 1 0-15,5-7 0 16,60-20 0-16,-42 3 0 16,18-7 0-1</inkml:trace>
  <inkml:trace contextRef="#ctx0" brushRef="#br0" timeOffset="33146.04">19966 7813 255 0,'0'0'0'0,"0"0"0"0,0 0 0 0,0 0 0 16,-11-9 0-16,-16-11 0 0,-2 7 0 0,-2 5 0 15,-3 16 0-15,1 9 0 16,-3 19 0-16,2 12 0 15,5 18 0-15,9 15 0 16,14-8 0-16,18-17 0 16,11-20 0-1,8-16 0-15,7-17 0 16,6-17 0 0,0-12 0-1,3-13 0-15,-3-13 0 16,-10-2 0-16,-16-1 0 15,-15-1 0 1,-17 6 0-16,-8 10 0 16,-8 14 0-1,-3 13 0-15,2 15 0 16,0 16 0 0,6 7 0-16,7-8 0 15</inkml:trace>
  <inkml:trace contextRef="#ctx0" brushRef="#br0" timeOffset="33514.22">20391 7724 255 0,'0'0'0'0,"0"0"0"0,-4 28 0 0,-5 19 0 0,-2 11 0 15,2-1 0-15,3-13 0 16,1-17 0 0,5-14 0-16,7-13 0 0,13-12 0 31,11-9 0-31,9-8 0 15,0-1 0 1,6 8 0-16,-11 12 0 16,-6 11 0-1,-12 16 0-15,-1 10 0 16,-3 10 0-16,1 10 0 16,-3-8 0-16</inkml:trace>
  <inkml:trace contextRef="#ctx0" brushRef="#br0" timeOffset="34342.42">22264 7086 255 0,'6'81'0'0,"-3"-2"0"0,-6 36 0 0,-3 26 0 0,-3-7 0 0,4-18 0 0,5-26 0 0,-2-18 0 0,2-16 0 0,0-56 0 0,0 47 0 16,0-47 0-1,0 0 0 1,0 25 0-16,-2-27 0 15,-3-16 0-15,-3-12 0 16,1-4 0 0</inkml:trace>
  <inkml:trace contextRef="#ctx0" brushRef="#br0" timeOffset="34548.44">22085 7743 255 0,'0'0'0'16,"0"0"0"-16,0 0 0 15,0 0 0 1,0 0 0-16,19 5 0 16,16 6 0-16,11-3 0 15,6 5 0 1,-2 0 0-16,-1-4 0 16,-4-7 0-16,-3-9 0 15,-2-10 0 1,-9-4 0-1</inkml:trace>
  <inkml:trace contextRef="#ctx0" brushRef="#br0" timeOffset="35039.44">22774 7079 255 0,'0'0'0'16,"0"0"0"-16,0 0 0 16,0 25 0-16,-7 32 0 31,-8 38 0-31,-12 41 0 16,2 7 0-1,5-24 0-15,5-39 0 16,15-80 0-16,-9 56 0 15,9-56 0-15,7 37 0 16,13-22 0-16,2-15 0 16,2-10 0-1,8-5 0-15,3-5 0 16,-35 20 0 0,44-17 0-16,-44 17 0 15,35-3 0 1,-13 16 0-1,-13 6 0-15,-6 10 0 16,-6-2 0 0,3-27 0-16,-6 35 0 15,6-35 0-15,0 0 0 16,-5 34 0 0,5-34 0-16,11 24 0 15,7-15 0-15,4-15 0 16,-1-3 0-16</inkml:trace>
  <inkml:trace contextRef="#ctx0" brushRef="#br0" timeOffset="35454.83">23173 7838 255 0,'0'0'0'0,"0"0"0"0,0 0 0 16,0 0 0-16,18-2 0 16,11-10 0-16,-5 1 0 15,-8-3 0-15,-10 1 0 16,-8 2 0-1,-11 3 0-15,-7 6 0 16,-4 4 0-16,-7 8 0 31,1 8 0-31,1 6 0 16,2 14 0-16,9 7 0 0,11 0 0 16,14-2 0-1,13-6 0-15,18-10 0 16,12-12 0-1,8-15 0-15,4-8 0 32</inkml:trace>
  <inkml:trace contextRef="#ctx0" brushRef="#br0" timeOffset="36089.76">24847 7640 255 0,'0'0'0'0,"0"0"0"0,0 0 0 0,-14-2 0 0,-20-9 0 0,1 5 0 0,-3 6 0 0,-4 10 0 15,9 6 0 1,10 2 0-16,8 3 0 16,11 4 0-1,9 2 0-15,10-6 0 16,12 2 0 0,12 3 0-16,2-2 0 15,-1 1 0 1,-4-2 0-16,-10-3 0 15,-8-4 0 1,-6-3 0-16,-16 0 0 16,-14 1 0-16,-15 1 0 15,-9-1 0-15,-19-1 0 16,-9-2 0 0,-4-6 0-1,2-12 0-15,70 7 0 16,-56-15 0-16,27-10 0 15,25-2 0 1,6 6 0-16</inkml:trace>
  <inkml:trace contextRef="#ctx0" brushRef="#br0" timeOffset="36471.73">25482 7697 255 0,'0'0'0'0,"0"0"0"0,0 0 0 0,-15-11 0 0,-24-12 0 15,-12 7 0-15,-12 16 0 0,0 16 0 32,9 13 0-17,15 8 0-15,14 11 0 16,14-6 0-16,20 0 0 0,13-3 0 16,16-8 0-1,14-14 0-15,17-7 0 31,4-16 0-31,6-12 0 16,-10-2 0-16</inkml:trace>
  <inkml:trace contextRef="#ctx0" brushRef="#br0" timeOffset="36835.35">25915 7630 255 0,'0'0'0'16,"0"0"0"-1,0 0 0-15,-2 17 0 16,-13 19 0 0,-7 13 0-16,-1 7 0 15,6-4 0-15,3-14 0 16,4-14 0-1,8-12 0 1,2-10 0-16,7-9 0 16,3-10 0-16,7-10 0 15,8 0 0-15,13-7 0 16,7 7 0 0,-1 7 0-1,4 11 0-15,-4 7 0 16,-6 8 0-16,-38-6 0 15,0 0 0-15,35 5 0 16,-2-3 0 0</inkml:trace>
  <inkml:trace contextRef="#ctx0" brushRef="#br0" timeOffset="37224.65">26502 7819 255 0,'0'0'0'0,"0"0"0"0,20-11 0 0,10-11 0 0,1-7 0 0,-7 0 0 16,-3 3 0-16,-13 2 0 31,-5 2 0-31,-10 2 0 0,-9 3 0 16,-11 7 0-16,-6 12 0 31,-4 12 0-31,-4 17 0 0,7 11 0 16,3 17 0-1,11 5 0 1,16-3 0-1,14-12 0-15,17-13 0 0,11-13 0 0,9-19 0 32,8-16 0-32,-3-3 0 15</inkml:trace>
  <inkml:trace contextRef="#ctx0" brushRef="#br0" timeOffset="37869.49">27080 7709 255 0,'0'0'0'0,"0"0"0"0,0 0 0 0,0 0 0 0,4-11 0 0,5-15 0 0,-4 6 0 16,-5 1 0 0,-7 8 0-16,-13 10 0 15,-8 10 0-15,1 8 0 16,0 14 0 0,4 16 0-16,5 8 0 15,7 7 0-15,11 2 0 16,11-12 0-1,11-20 0-15,9-19 0 16,5-20 0 0,9-13 0-16,-2-3 0 15</inkml:trace>
  <inkml:trace contextRef="#ctx0" brushRef="#br0" timeOffset="38192.72">27509 7647 255 0,'0'0'0'16,"0"0"0"0,0 0 0-16,0 0 0 0,0 0 0 15,-2 20 0 1,-11 19 0 0,-8 9 0-16,-1 0 0 15,2-8 0 1,3-7 0-16,5-6 0 15,2-13 0 1,15-10 0-16,10-10 0 16,15-8 0-16,12 0 0 15,12 3 0 1,9 10 0-16,1 11 0 16,-8 15 0-16,-18 13 0 15,-15 11 0 1,-16 5 0-1,-9-12 0-15,-3-21 0 16</inkml:trace>
  <inkml:trace contextRef="#ctx0" brushRef="#br0" timeOffset="71774.1">20946 5605 255 0,'-25'-8'0'0,"15"-10"0"0,3-8 0 0,3-11 0 0,2-14 0 0,6-11 0 0,7-17 0 0,9-22 0 31,9-12 0-31,11-8 0 16,15-5 0-16,0 15 0 15,0 14 0-15,4 5 0 16,3 8 0 0,3 10 0-16,0 7 0 15,-3 11 0 1,-1 18 0-16,-5 17 0 15,2 7 0 1,5 14 0-16,-4 8 0 16,3 10 0-1,7 8 0-15,10 11 0 16,1-1 0 0,3-3 0-16,2-8 0 15,7-14 0-15,8-18 0 16,-1-18 0-1,-1-17 0-15,3-18 0 16,0-14 0 0,4-10 0-16,5-15 0 15,1-11 0 1,8-8 0-16,15-16 0 16,10-23 0-1,-40 41 0-15</inkml:trace>
  <inkml:trace contextRef="#ctx0" brushRef="#br0" timeOffset="77027.25">24703 2207 255 0,'-9'-63'0'0,"1"28"0"0,-6 3 0 0,-4 10 0 0,-4-1 0 0,-9 11 0 0,-13 6 0 16,-13 13 0-1,-17 13 0-15,-18 23 0 16,-6 24 0-1,6 15 0-15,11 15 0 16,14 6 0-16,20-4 0 16,18 2 0-1,22-3 0-15,19-2 0 16,17-7 0 0,13-14 0-16,12-11 0 15,9-15 0-15,14-14 0 16,7-11 0-1,7-17 0 1,13-13 0-16,-4-13 0 16,1-15 0-16,-5-11 0 15,-5-13 0 1,-5-11 0-16,-11-15 0 16,-21-7 0-16,-21-1 0 15,-16-4 0 1,-28 0 0-16,-24 2 0 15,-21 11 0 1,-19 17 0-16,-13 18 0 16,-9 28 0-16,-2 22 0 15,7 13 0 1,18 2 0-16</inkml:trace>
  <inkml:trace contextRef="#ctx0" brushRef="#br0" timeOffset="77469.58">24754 2723 255 0,'21'75'0'0,"3"-4"0"0,14 34 0 0,9 22 0 0,6-3 0 0,-3-10 0 0,-7-36 0 16,-18-35 0 0</inkml:trace>
  <inkml:trace contextRef="#ctx0" brushRef="#br0" timeOffset="78214.42">25461 2922 255 0,'0'0'0'15,"0"0"0"-15,0 0 0 16,0 0 0-1,0 0 0-15,0 0 0 16,0 0 0-16,0 0 0 16,0 0 0-1,0 0 0-15,0 0 0 16,0 0 0 0,0 0 0-16,0 0 0 15,0 0 0 1,0 0 0-16,0 0 0 15,0 0 0-15,0 0 0 16,-4-4 0 0,-5-2 0-16,2-1 0 15,3 0 0 1,2 5 0-16,-1-3 0 16,1 3 0-16,2 4 0 15,-4 5 0 1,-1 9 0-16,-6 13 0 15,-2 13 0 1,-7 25 0-16,-3 19 0 16,4 10 0-1,11-6 0-15,8-90 0 16,6 54 0-16,9-26 0 16,3-25 0-1,6-17 0 1,2-12 0-16,10-12 0 15,1-6 0 1,3-6 0-16,-5 13 0 16,-14 15 0-16,-13 17 0 15,-5 21 0-15,-8 18 0 16,1 14 0 0,0 16 0-16,10 10 0 15,17-6 0 1,15-20 0-16,8-27 0 15,2-23 0 1,-15-11 0 0</inkml:trace>
  <inkml:trace contextRef="#ctx0" brushRef="#br0" timeOffset="78613.78">26261 3138 255 0,'0'0'0'0,"0"0"0"0,-18-3 0 0,-18 3 0 31,-10 4 0-31,0 21 0 0,-3 20 0 16,2 15 0-1,1 20 0-15,13 5 0 16,22-24 0-1,11-61 0-15,13 29 0 0,12-29 0 16,9-16 0 0,7-14 0-1,-1-5 0-15,-1-4 0 16,-1 7 0-16,-12 18 0 16,-10 14 0-1,-8 16 0-15,-6 16 0 31,3 12 0-31,1 17 0 16,10 2 0-16,9-18 0 16,2-27 0-1,-8-17 0-15</inkml:trace>
  <inkml:trace contextRef="#ctx0" brushRef="#br0" timeOffset="79067.57">26797 3091 255 0,'0'0'0'0,"0"0"0"16,0 0 0-16,0 0 0 0,-2 26 0 0,-11 30 0 0,-11 32 0 0,1 13 0 0,23-101 0 16,0 0 0-16,-13 63 0 15,18-42 0 1,10-25 0-16,11-13 0 15,1-2 0 1,4 0 0-16,5 9 0 16,-8 11 0-1,-12 17 0-15,-14 20 0 16,-10 26 0-16,-2 14 0 16,10-78 0-1,-12 69 0-15,10-48 0 31,10-35 0-31,12-25 0 0,-3-6 0 16</inkml:trace>
  <inkml:trace contextRef="#ctx0" brushRef="#br0" timeOffset="79693.08">27523 2319 255 0,'0'0'0'15,"-2"29"0"-15,-8 21 0 0,-5 14 0 16,-5 26 0 0,-7 32 0-1,0 20 0-15,0-10 0 16,2-19 0-1,5-11 0-15,3-19 0 16,3-13 0 0,14-70 0-16,-7 53 0 15,7-53 0 1,0 0 0 0,-2 30 0-16,2-33 0 0,5-16 0 15,-3-12 0-15,-2-9 0 16,-5-13 0-1,-6-7 0 1,-11 2 0 0,0 14 0-16,22 44 0 15,0 0 0 1,-22-30 0-16,7 15 0 16,11 12 0-16,12 3 0 15,14 3 0 1,13-1 0-1,21-2 0-15,15 0 0 16,17-2 0-16,-9 7 0 16,-12 10 0-1,-23 14 0-15,-15 14 0 16,-18 12 0 0,-9 23 0-16,-7 13 0 15,-1 7 0-15,0-20 0 16,6-78 0-1,-12 49 0-15,3-30 0 16</inkml:trace>
  <inkml:trace contextRef="#ctx0" brushRef="#br0" timeOffset="80166.42">27861 2816 255 0</inkml:trace>
  <inkml:trace contextRef="#ctx0" brushRef="#br0" timeOffset="80585.16">28391 2526 255 0,'-14'88'0'0,"-3"18"0"16,-14 43 0-1,-2 23 0-15,13-28 0 16,7-31 0-16,9-24 0 16,2-14 0-1,-4-12 0-15,4-6 0 16,2-57 0 0,-4 52 0-16,4-52 0 15,0 0 0-15,-11 32 0 16,-3-29 0-1,1-20 0 1,-3-19 0-16,1-9 0 16</inkml:trace>
  <inkml:trace contextRef="#ctx0" brushRef="#br0" timeOffset="80759.39">28086 3327 255 0,'-4'-3'0'0,"0"-2"0"0,1 2 0 0,3 3 0 16,3-2 0-1,16 2 0-15,18-2 0 16,14 2 0-16,7 0 0 16,9 4 0-16,2 14 0 15,-69-18 0 1,72 19 0-16,-11-9 0 16</inkml:trace>
  <inkml:trace contextRef="#ctx0" brushRef="#br0" timeOffset="81171.1">28930 3293 255 0,'0'0'0'15,"0"0"0"1,0 0 0 0,-3-6 0-16,-14-7 0 15,-14 17 0-15,-10 14 0 16,-12 20 0-1,-7 19 0-15,-3 18 0 16,63-75 0-16,-44 75 0 16,44-75 0-1,-4 41 0 1,22-32 0-16,6-15 0 16,2-8 0-16,5-2 0 15,0 2 0 1,-2-2 0-16,-4 12 0 15,-5 11 0 1,-5 11 0 0,-2 17 0-16,-5 3 0 15,3 14 0-15,-11-52 0 16,18 37 0-16,0-24 0 16,2-18 0-16,2-9 0 15</inkml:trace>
  <inkml:trace contextRef="#ctx0" brushRef="#br0" timeOffset="81792.71">29568 2502 255 0,'0'0'0'0,"0"0"0"0,-2 30 0 0,-2 26 0 16,-5 36 0-16,-4 41 0 16,0 11 0-16,1-12 0 15,0-28 0 1,1-23 0-16,1-12 0 15,2-13 0 1,-1-7 0-16,9-49 0 16,0 0 0-1,0 0 0-15,-14 29 0 16,-5-29 0-16,0-13 0 16,-1-17 0-1,5-9 0-15,-6-17 0 16,3-5 0-1,18 61 0 1,0 0 0-16,-11-55 0 16,13 17 0-16,14 19 0 15,4 12 0 1,9 7 0-16,10 4 0 16,9-3 0-16,6-1 0 15,9-1 0 1,-1 1 0-16,-10 5 0 15,-18 12 0 1,-11 17 0-16,-13 16 0 16,-7 20 0-1,-10 14 0-15,-9 11 0 16,-1-2 0-16,17-93 0 16,-24 55 0-1,6-36 0-15</inkml:trace>
  <inkml:trace contextRef="#ctx0" brushRef="#br0" timeOffset="81998.91">29814 2894 255 0</inkml:trace>
  <inkml:trace contextRef="#ctx0" brushRef="#br0" timeOffset="82299.64">30210 3124 255 0,'-7'119'0'0,"3"-23"0"16,1-1 0 0,1-16 0-16,2-79 0 15,0 0 0-15,0 58 0 16,0-58 0 15,0 0 0-31,0 0 0 0,7 32 0 0,6-32 0 16,12-21 0-1,5-11 0 1,9-20 0 0,13-18 0-1,2-13 0 1,-7-9 0-16,-20 24 0 0</inkml:trace>
  <inkml:trace contextRef="#ctx0" brushRef="#br0" timeOffset="82745.66">30780 3484 255 0,'0'0'0'0,"30"-22"0"0,19-21 0 0,9-4 0 16,-1-6 0-16,-9 2 0 0,-48 51 0 0,27-43 0 16,-27 9 0-16,-15 21 0 15,-12 8 0 1,-11 13 0 0,-23 16 0-16,-13 24 0 15,-6 29 0 1,8 21 0-16,30-2 0 15,33-16 0-15,27-18 0 16,21-11 0 0,27-6 0-16,30 1 0 15,25-11 0 1,-14-9 0-16</inkml:trace>
  <inkml:trace contextRef="#ctx0" brushRef="#br0" timeOffset="84785.71">19252 13815 255 0,'23'-76'0'0,"11"-10"0"0,12-28 0 0,10 4 0 0,0 14 0 0,2 18 0 16,-10 23 0-16,-1 12 0 31,0 16 0-31,-1 7 0 16,-4 10 0-16,4 10 0 15,8 12 0 1,17 15 0-16,5 14 0 15,2 21 0-15,10 14 0 16,-1 4 0-16,-9-1 0 16,-6-6 0-1,1-15 0 1,1-7 0 0,-2-10 0-16,11-14 0 15,6-22 0 1,21-23 0-16,11-34 0 15,17-33 0 1,8-19 0-16,-8-11 0 16,-11 8 0-16,-10 11 0 15,-4 5 0 1,1 0 0-16,-5 7 0 16,-7 7 0-16,-11 6 0 15,-30 19 0 1</inkml:trace>
  <inkml:trace contextRef="#ctx0" brushRef="#br0" timeOffset="85615.24">23168 11614 255 0,'0'0'0'0,"0"0"0"0,0 0 0 0,0 0 0 0,-18-3 0 0,-20-5 0 0,-7 8 0 15,-2 14 0 1,0 16 0-16,-9 22 0 16,-4 29 0-1,3 23 0-15,11 15 0 16,15 10 0-1,15-17 0-15,14-13 0 16,14-16 0-16,11-16 0 16,8-17 0-1,13-6 0-15,10-11 0 16,6-14 0 0,5-15 0-16,4-20 0 15,-2-18 0-15,7-18 0 16,-2-14 0 15,-20-12 0-31,-4-8 0 0,-6-3 0 16,-7-5 0-1,-12-4 0-15,-13 2 0 16,-12-1 0 0,-10 6 0-16,-15 13 0 15,-13 15 0-15,-7 12 0 31,-9 22 0-31,-6 24 0 16,-5 29 0 0,-3 26 0-16,12 2 0 15</inkml:trace>
  <inkml:trace contextRef="#ctx0" brushRef="#br0" timeOffset="86066.8">23696 12103 255 0,'6'70'0'0,"-4"-21"0"0,2 5 0 0,-2 7 0 0,0-4 0 0,-2-57 0 0,0 0 0 16,0 0 0 0,0 38 0-16,5-38 0 15,9-20 0-15,9-7 0 32,11-11 0-32,6-1 0 0,12-5 0 15,6 7 0-15,4 7 0 16,-3 9 0-1,-16 0 0-15</inkml:trace>
  <inkml:trace contextRef="#ctx0" brushRef="#br0" timeOffset="86900.6">24555 12005 255 0,'0'0'0'0,"0"0"0"16,-13 23 0-16,-10 17 0 15,-1 24 0 1,4 16 0-16,2 19 0 15,12 0 0 1,10-24 0-16,-4-75 0 0,14 37 0 16,-3-27 0 15,-3-20 0-31,1-12 0 0,3-14 0 16,3-25 0-16,5-22 0 15,5-25 0 1,5-25 0-1,-4 1 0 1,-4 15 0-16,-4 19 0 0,-3 13 0 16,-7 21 0-16,-8 64 0 31,0 0 0-15,0 0 0-16,4-26 0 15,-8 36 0 1,6 22 0-16,2 12 0 15,1 23 0-15,1 26 0 16,12 22 0 0,2-7 0-16,-3-20 0 15,-9-29 0 1,-8-59 0-16,12 39 0 16,5-8 0-1,-17-31 0-15,18 9 0 16,2-12 0-16,2-13 0 15,1-16 0 1,2-11 0-16,-2-12 0 16,5-11 0-1,-28 66 0-15,31-72 0 16,-31 72 0 0,0 0 0-16,25-51 0 15,-7 44 0-15,-9 25 0 31,-5 14 0-31,0 5 0 16,4 18 0-16,-2 10 0 16,-2-1 0-16,-4-64 0 15,7 58 0-15,-7-58 0 16,0 0 0 0,9 36 0-16,-2-23 0 15</inkml:trace>
  <inkml:trace contextRef="#ctx0" brushRef="#br0" timeOffset="87089.4">25024 11594 255 0</inkml:trace>
  <inkml:trace contextRef="#ctx0" brushRef="#br0" timeOffset="87565.58">25317 11859 255 0,'0'55'0'16,"0"-22"0"-16,0-1 0 15,0-8 0-15,0-4 0 16,2-6 0 0,2-10 0-1,0-13 0-15,8-7 0 0,5-7 0 16,-1-8 0-16,5 1 0 31,2-4 0-31,-2 8 0 16,-6 9 0-16,-3 9 0 31,2 8 0-31,-5 12 0 16,0 11 0-16,-5 15 0 0,0 16 0 31,-2 11 0-31,3 5 0 16,0-10 0-1,8-9 0 1,-13-51 0-16,0 0 0 15,23 34 0 1</inkml:trace>
  <inkml:trace contextRef="#ctx0" brushRef="#br0" timeOffset="88359.96">25934 11947 255 0,'0'0'0'0,"0"0"0"0,0 0 0 0,-11 4 0 0,-14 11 0 0,-2 13 0 0,-4 13 0 0,3 7 0 15,2 12 0-15,4 6 0 16,22-66 0-16,0 0 0 16,-10 51 0-1,17-22 0-15,2-27 0 16,4-15 0 0,3-11 0-16,4-13 0 15,5-7 0-15,4 4 0 16,-4 6 0-1,-8 14 0 1,-1 12 0-16,-1 12 0 16,6 12 0-16,-5 10 0 15,2 4 0 1,-2-4 0 0,-16-26 0-16,25 20 0 15,-1-14 0-15,0-12 0 16,5-14 0-1,5-14 0-15,4-22 0 16,1-20 0-16,3-24 0 16,7-23 0-1,-4-7 0-15,-10 10 0 16,-3 8 0 0,-10 15 0-1,-11 15 0-15,-4 17 0 16,-7 65 0-1,0-47 0-15,0 47 0 16,-7-20 0-16,-4 23 0 16,-4 14 0-1,-1 17 0-15,-4 22 0 16,-2 17 0-16,-3 27 0 16,8 20 0-16,9 0 0 15,10 10 0 1,12 7 0-1,8-3 0-15,23-9 0 16,13-16 0 0,3-28 0-1,0-34 0-15,-20-25 0 0</inkml:trace>
  <inkml:trace contextRef="#ctx0" brushRef="#br0" timeOffset="105177.45">9107 16827 255 0,'-51'11'0'0,"11"8"0"0,2 9 0 0,3 7 0 0,4 10 0 0,-2 20 0 0,4 19 0 16,9 11 0-1,16-7 0-15,8-16 0 0,11-4 0 0,8-17 0 16,10-3 0 0,5-11 0-1,8-11 0 1,-2-14 0-1,1-9 0-15,-1-11 0 16,4-12 0 0,-4-8 0-16,-4-10 0 15,1-19 0-15,-7-5 0 16,-9-8 0 0,-10-10 0-16,-7-9 0 15,-8-1 0 1,-6 8 0-16,-11 15 0 15,-10 17 0 1,-13 10 0-16,-4 13 0 16,0 14 0-1,1 10 0-15,-2 10 0 16,-2 9 0 0,-7 11 0-16,5 2 0 15</inkml:trace>
  <inkml:trace contextRef="#ctx0" brushRef="#br0" timeOffset="105946.27">13643 16698 255 0,'0'90'0'0,"-2"3"0"0,-7 39 0 0,-3 17 0 0,6-11 0 0,4-23 0 0,-5-26 0 0,1-28 0 0</inkml:trace>
  <inkml:trace contextRef="#ctx0" brushRef="#br0" timeOffset="107559.18">19346 16726 255 0,'49'-12'0'0,"-17"8"0"0,-5 0 0 16,-3-1 0-16,-4 2 0 0,3 2 0 0,-6 5 0 15,-3 2 0 1,-5 6 0-16,-5 9 0 0,-6 2 0 16,-5 7 0-1,-1 4 0-15,-10 0 0 16,-5 7 0 0,-8 2 0-16,-7 0 0 15,-7 7 0 1,-4 4 0-16,-7 6 0 15,3 3 0 1,7 0 0-16,9-10 0 0,10-10 0 31,27-43 0-31,0 0 0 0,0 0 0 16,-18 30 0 0,14-19 0-1,4-17 0-15,9-2 0 16,6-7 0-16,8-4 0 15,6 8 0-15,6 9 0 16,12 22 0 0,1 21 0-1,5 18 0-15,12 20 0 16,2-1 0-16,-5-26 0 16,-3-27 0-1,-5-32 0-15,-1-20 0 16,-2-13 0-1,-12-1 0-15</inkml:trace>
  <inkml:trace contextRef="#ctx0" brushRef="#br0" timeOffset="108778.76">24234 16900 255 0,'-32'-12'0'0,"11"9"0"0,4-2 0 0,1 0 0 16,3 3 0-16,6-1 0 0,7 3 0 0,11-5 0 0,9-9 0 0,9-2 0 16,2-1 0-16,11-4 0 15,-7 6 0 1,-6 6 0-1,-12 5 0-15,-3 8 0 16,-9 13 0-16,-12 11 0 16,-9 9 0-1,-6 10 0-15,-2 0 0 16,1-4 0 0,3-5 0-16,3-7 0 15,6-2 0-15,11-5 0 16,9-1 0-1,1-1 0-15,8 1 0 16,6 3 0 0,-1-3 0-1,1 4 0-15,-24-27 0 16,25 39 0-16,-10 2 0 16,-7 1 0-16,-20 3 0 15,-11-3 0 1,-14-1 0-16,-23 1 0 15,-31-1 0 1,-20-12 0-16,-7-7 0 16,-8-8 0-1,-1-7 0-15,-5-3 0 16,-9-1 0 0,33 3 0-1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9:26:34.6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10971 5715 255 0,'-61'0'0'0,"19"0"0"0,7 0 0 0,1 0 0 0,14 0 0 0,4-9 0 0,7-9 0 16,14-20 0 0,11-15 0-16,19-15 0 15,23-11 0-15,16 3 0 16,6 19 0-1,-1 27 0-15,-1 25 0 16,5 10 0-16,7 10 0 16,13-1 0-1,9-17 0 1,22-24 0-16,27-38 0 16,7-31 0-16,-46 13 0 15</inkml:trace>
  <inkml:trace contextRef="#ctx0" brushRef="#br0" timeOffset="872.32">13383 4436 255 0,'0'0'0'0,"0"0"0"0,-16-13 0 0,-11-7 0 0,-2 11 0 0,-2 18 0 0,-6 20 0 16,-14 29 0-16,-7 42 0 16,-6 33 0-1,10 5 0-15,25-32 0 16,25-46 0 0,13-28 0-16,8-24 0 15,7-15 0 1,6-16 0-16,10-19 0 15,7-18 0 1,1-16 0 0,-3 2 0-16,-14 19 0 15,-13 22 0-15,-7 11 0 16,-7 16 0-16,-2 8 0 16,2 11 0-1,1 12 0-15,4 11 0 16,4 18 0-16,10 17 0 15,10 20 0 1,17 15 0-16,7-1 0 16,7-4 0-1,-6-7 0 1,-15-11 0-16,-21-4 0 16,-15-4 0-16,-14-6 0 15,-15-8 0-15,-14-2 0 16,-13-5 0-1,-17-8 0 1,-7-11 0-16,-10-20 0 16,-4-8 0-16,-1-18 0 15,8-13 0 1,16-11 0 0,26-9 0-16,28-24 0 15,23-21 0-15,9-5 0 16</inkml:trace>
  <inkml:trace contextRef="#ctx0" brushRef="#br0" timeOffset="1402.19">13899 4439 255 0,'14'59'0'0,"-7"-7"0"0,-3 4 0 0,0 5 0 0,-4-5 0 0,0-56 0 0,0 0 0 16,-6 48 0-1,6-48 0-15,0 0 0 16,0 0 0 0,0 21 0-1,6-28 0-15,11-14 0 16,12-9 0-16,13-12 0 16,18-8 0-16,14 3 0 15,0 15 0 1,-13 26 0-16,-21 12 0 15,-15 8 0-15</inkml:trace>
  <inkml:trace contextRef="#ctx0" brushRef="#br0" timeOffset="1876.62">14863 4546 255 0,'0'0'0'15,"0"0"0"-15,0 0 0 16,-18 4 0-16,-21 9 0 15,-6 14 0-15,5 6 0 16,3 5 0 0,1 17 0-16,6 8 0 31,19-1 0-31,11-9 0 0,13-12 0 16,10-19 0-1,4-18 0 1,0-10 0-16,4-12 0 15,9-17 0-15,0-12 0 16,-1-12 0 0,-17 6 0-1,-15 3 0-15,-9 12 0 16,-7 6 0-16,-9 8 0 16,-5 13 0-16,1 5 0 15</inkml:trace>
  <inkml:trace contextRef="#ctx0" brushRef="#br0" timeOffset="2546.92">15163 4619 255 0,'0'0'0'0,"0"0"0"0,0 0 0 0,0 0 0 0,-2 23 0 0,-8 21 0 0,-1 6 0 0,3-7 0 16,8-13 0-1,6-12 0-15,4-15 0 16,8-15 0-1,5-10 0-15,4-4 0 16,0-10 0-16,-3 7 0 16,-8 6 0-1,-10 20 0-15,-6 8 0 16,-4 20 0-16,-5 14 0 16,0 7 0-16,7 1 0 15,2-47 0 1,9 41 0-16,13-20 0 15,5-21 0 1,-5-6 0 0</inkml:trace>
  <inkml:trace contextRef="#ctx0" brushRef="#br0" timeOffset="2753.66">15756 4891 255 0,'0'51'0'0,"0"25"0"16,0 13 0-1,0 6 0 1,0-6 0-16,4-16 0 16,-4-73 0-16,0 0 0 15,6 59 0 1</inkml:trace>
  <inkml:trace contextRef="#ctx0" brushRef="#br0" timeOffset="3120.83">15581 4529 255 0,'0'0'0'0,"27"-15"0"16,17-9 0-16,12 3 0 16,13 4 0-16,16 6 0 15,3 12 0 1,-13 11 0-1,-12 11 0-15,-18 3 0 16,-18 1 0-16,-20-3 0 16,-16 4 0-1,-9-4 0-15,-15 2 0 16,-22 13 0 0,-16 4 0-16,-25 13 0 15,-4-8 0-15</inkml:trace>
  <inkml:trace contextRef="#ctx0" brushRef="#br0" timeOffset="78473.99">20944 10476 255 0,'-18'4'0'0,"7"-1"0"0,2-3 0 0,3-5 0 0,-2 5 0 0,4-2 0 0,0 0 0 0,2 2 0 0,-1 0 0 16,3-3 0-1,0 1 0-15,3-2 0 16,1 2 0 0,5-6 0-1,7 2 0-15,2 1 0 16,-1-2 0 0,8 1 0-16,4 3 0 15,-2-2 0-15,5 3 0 16,3-1 0-16,11 0 0 31,2 3 0-31,4 0 0 16,-1-2 0-16,2 0 0 15,13-1 0-15,8 3 0 16,6 5 0 0,7-3 0-1,-2-2 0-15,1 0 0 16,0 0 0-1,-1 6 0-15,0-4 0 0,-1 0 0 16,2-2 0 0,2 0 0-1,-1-2 0 1,5-3 0-16,6 0 0 16,6 0 0-1,1-3 0-15,-1-2 0 16,4 5 0-1,6 0 0-15,11 0 0 16,1-1 0-16,-13 0 0 16,-9 5 0-1,1-1 0-15,7-1 0 16,4 1 0 0,-2 0 0-16,2-1 0 15,-3-1 0 1,1-3 0-16,4 3 0 15,1-2 0-15,-2-2 0 16,-4 2 0 0,1 4 0-1,2-1 0 1,1 3 0 0,-2-2 0-1,-2 2 0-15,14-2 0 16,28-3 0-1,2-2 0-15,-25 3 0 0,-18 2 0 16,-7 0 0-16,-5 2 0 16,0 0 0-1,1 0 0 1,-1 0 0-16,4-2 0 16,1 0 0-16,5-6 0 15,-6 3 0-15,-11 4 0 16,9-2 0-1,-8 3 0-15,0 0 0 32,2 4 0-32,-4 5 0 15,4-3 0-15,2-2 0 16,-6-2 0-16,2 0 0 16,7 3 0-1,-3-5 0-15,-3 0 0 16,1-3 0-1,3 1 0-15,1 4 0 16,-6 1 0-16,0 1 0 16,-1 1 0-1,0 4 0 1,-4-3 0-16,3 3 0 0,2-4 0 31,-4-2 0-31,-5-6 0 16,-9 1 0-16,-11-1 0 15,-14 2 0-15,-4 1 0 16,-49 0 0 0,0 0 0-16,39 1 0 15,-39-1 0 1,0 0 0 0,0 0 0-16,34 3 0 0,-34-3 0 31,0 0 0-31,0 0 0 15,16 2 0-15,-16-2 0 16,0 0 0-16,2-5 0 16,-2 5 0-1,-8-14 0-15,0-5 0 16,8 19 0 0,-11-24 0-16</inkml:trace>
  <inkml:trace contextRef="#ctx0" brushRef="#br0" timeOffset="80151.17">29729 9978 255 0,'0'0'0'0,"0"0"0"0,0 0 0 0,-10-9 0 0,-10-10 0 0,3 6 0 0,5 1 0 0,3 6 0 0,5 3 0 0,4 11 0 0,11 3 0 0,7 4 0 0,7 6 0 0,9 2 0 0,10 12 0 31,10 5 0-31,5 6 0 16,-4 2 0-16,1 6 0 15,-10-8 0 1,-11-5 0-16,-11-7 0 15,-24-34 0 1,19 31 0-16,-19-31 0 16,10 33 0-1,-12-6 0-15,-12-6 0 16,-11 5 0-16,-28 8 0 16,-25 14 0-1,-44 26 0-15,-22 25 0 16,-12 8 0-1,-6-9 0-15,50-37 0 16</inkml:trace>
  <inkml:trace contextRef="#ctx0" brushRef="#br0" timeOffset="87792.97">29630 10058 255 0,'65'-18'0'0,"-6"-9"0"0,5 0 0 0,-64 27 0 0,0 0 0 0,62-17 0 0,-20 19 0 32,-36 21 0-32,-19 18 0 0,-15 13 0 31,-12 18 0-31,0 13 0 16,40-85 0-1,-29 75 0-15,27-30 0 16,19-29 0-1,10-18 0-15,6-12 0 16,18-4 0 0,-51 18 0-16,0 0 0 15,47-10 0-15,-21 20 0 16,-30 22 0 0,-25 24 0-16,-35 47 0 15,-29 54 0 1,-2 1 0-16,95-158 0 15,0 0 0 1,-33 78 0-16,54-89 0 16,18-30 0-16,22-21 0 15,15-18 0 1,7-5 0-16,-83 85 0 16,0 0 0-1,50-42 0-15,-48 59 0 16,-23 30 0-1,-5 16 0-15,26-63 0 16,0 0 0-16,-27 60 0 16</inkml:trace>
  <inkml:trace contextRef="#ctx0" brushRef="#br0" timeOffset="95686.15">21964 10106 255 0,'7'69'0'0,"-7"-13"0"0,-9 23 0 0,-8 22 0 0,1 17 0 0,12 1 0 0,1-2 0 0,3-35 0 15</inkml:trace>
  <inkml:trace contextRef="#ctx0" brushRef="#br0" timeOffset="96912.1">21616 11140 255 0,'-14'68'0'0,"-1"2"0"0,-8 19 0 0,-7 33 0 0,-1 11 0 16,8-12 0-16,17-27 0 15,6-17 0-15,0-77 0 16,2 56 0-16</inkml:trace>
  <inkml:trace contextRef="#ctx0" brushRef="#br0" timeOffset="97382.02">21910 11617 255 0,'0'0'0'16,"-5"26"0"-1,-5 18 0-15,3 11 0 16,5 12 0-16,8 2 0 16,7-13 0-1,9-14 0-15,2-17 0 16,-2-14 0 0,-6-13 0-16,2-9 0 15,-5-14 0 1,0-8 0-16,-1-22 0 15,-4-14 0 1,-3-9 0-16,-12 3 0 16,-8 10 0-16,-9 23 0 15,-5 26 0 1,6 18 0-16,1 12 0 16,2 19 0-16,1 13 0 15,6 5 0 1,1-6 0-16</inkml:trace>
  <inkml:trace contextRef="#ctx0" brushRef="#br0" timeOffset="97742.11">22292 11557 255 0,'0'0'0'16,"0"0"0"-16,0 0 0 15,0 0 0 1,0 21 0-16,0 29 0 16,0 25 0-16,0 39 0 31,8 26 0-31,10-18 0 0,4-48 0 16,5-40 0-1,-5-28 0-15,-1-17 0 16,-4-18 0-1,3-13 0 1,-2-21 0-16,1-23 0 0,-13-14 0 16,-10-2 0-16,-5 20 0 15,-11 34 0 17,0 29 0-32,1 22 0 0,9 13 0 15,0 1 0 1</inkml:trace>
  <inkml:trace contextRef="#ctx0" brushRef="#br0" timeOffset="98186.33">24121 10063 255 0,'-11'98'0'0,"5"4"0"0,-1 41 0 0,-2 26 0 0,-2-20 0 0,-1-26 0 0,-8-28 0 0,6-40 0 0</inkml:trace>
  <inkml:trace contextRef="#ctx0" brushRef="#br0" timeOffset="98505.5">23607 11287 255 0,'0'0'0'0,"-5"25"0"15,-6 20 0-15,2 7 0 16,-4 12 0 0,-2 24 0-16,3 19 0 31,7 15 0-31,5-16 0 16,3-31 0-16,-3-75 0 0,0 57 0 31</inkml:trace>
  <inkml:trace contextRef="#ctx0" brushRef="#br0" timeOffset="98728.63">23978 11407 255 0,'0'0'0'16,"0"0"0"-16,-5 26 0 15,-3 23 0 1,-3 23 0-16,1 28 0 16,-5 14 0-16,-3-20 0 15</inkml:trace>
  <inkml:trace contextRef="#ctx0" brushRef="#br0" timeOffset="99236.79">24319 11607 255 0,'0'0'0'16,"0"0"0"-16,-14 15 0 15,-11 12 0 1,6 14 0-1,5 11 0-15,7 13 0 16,7 8 0 0,5 8 0-16,8-16 0 15,-13-65 0-15,24 38 0 16,-24-38 0 0,25 7 0-16,-5-23 0 15,-5-9 0-15,-3-11 0 16,-1-14 0-1,-5-3 0 1,0-8 0-16,-14 6 0 0,-11 17 0 16,-2 18 0-1,5 18 0 1,-1 9 0-16,-1 10 0 16,1-1 0-16</inkml:trace>
  <inkml:trace contextRef="#ctx0" brushRef="#br0" timeOffset="99692.55">25927 9979 255 0,'-4'76'0'0,"0"5"0"16,-2 43 0-16,-2 41 0 0,-3 23 0 0,-7-21 0 0,-2-32 0 15,6-56 0-15</inkml:trace>
  <inkml:trace contextRef="#ctx0" brushRef="#br0" timeOffset="100003.3">25459 11526 255 0,'0'0'0'16,"-4"36"0"-16,-6 32 0 16,2 12 0-16,8 9 0 31,2 10 0-31,0-14 0 16,-2-85 0-16,0 66 0 15</inkml:trace>
  <inkml:trace contextRef="#ctx0" brushRef="#br0" timeOffset="100461.7">25934 11349 255 0,'0'0'0'16,"0"0"0"-16,0 0 0 15,0 0 0-15,0 0 0 16,8 15 0-1,4 13 0-15,-14 15 0 16,-14 18 0 0,-15 12 0-16,-11 12 0 15,-9-2 0 1,7-17 0-16,44-66 0 16,0 0 0-16,-31 46 0 15,31-46 0 1,-7 37 0-16,18-7 0 15,7-7 0 1,4-11 0-16,9 2 0 16,8-3 0-1,10-4 0-15,5-7 0 16,3-13 0-16,-9 0 0 16</inkml:trace>
  <inkml:trace contextRef="#ctx0" brushRef="#br0" timeOffset="100856.6">26415 11611 255 0,'0'0'0'0,"0"0"0"0,-11 25 0 0,-9 21 0 0,-2 24 0 16,0 25 0-1,12-3 0 1,10-92 0-16,0 0 0 0,4 62 0 16,12-42 0-1,-2-23 0-15,-1-16 0 16,-1-10 0-1,-4-7 0 1,-1-14 0-16,-12 3 0 16,-8 9 0-16,-5 10 0 15,0 14 0 1,-5 12 0-16,3 9 0 16,3-1 0-1</inkml:trace>
  <inkml:trace contextRef="#ctx0" brushRef="#br0" timeOffset="101274.4">27827 10085 255 0,'0'0'0'0,"0"0"0"0,0 0 0 0,0 0 0 0,0 0 0 0,0 17 0 31,-5 29 0-31,-1 24 0 0,-12 42 0 16,-6 41 0-1,2 25 0-15,-2-1 0 16,-3-30 0-16,10-50 0 15</inkml:trace>
  <inkml:trace contextRef="#ctx0" brushRef="#br0" timeOffset="102627.29">27252 11925 255 0</inkml:trace>
  <inkml:trace contextRef="#ctx0" brushRef="#br0" timeOffset="102643.24">27768 11920 255 0,'68'0'0'0,"-24"-2"0"0,-3 0 0 0</inkml:trace>
  <inkml:trace contextRef="#ctx0" brushRef="#br0" timeOffset="102817.07">28572 11909 255 0,'71'-4'0'0,"-32"-10"0"16,-8-1 0-1</inkml:trace>
  <inkml:trace contextRef="#ctx0" brushRef="#br0" timeOffset="102895.96">28990 11905 255 0,'25'-19'0'15</inkml:trace>
  <inkml:trace contextRef="#ctx0" brushRef="#br0" timeOffset="102993.09">29217 11778 255 0,'0'25'0'16,"0"-12"0"-1,2 1 0 1,5 5 0-16,-1-4 0 0</inkml:trace>
  <inkml:trace contextRef="#ctx0" brushRef="#br0" timeOffset="106799.17">19808 10838 255 0,'-95'-24'0'0,"39"-1"0"0,-9-9 0 0,-8-4 0 0,11-6 0 0,-9-5 0 0,-2 1 0 0,-3 1 0 0,-13-2 0 0,-6-2 0 15,0 0 0-15,-18-6 0 0,-5-1 0 32,-3-4 0-32,-5 0 0 15,-8 1 0-15,-13-2 0 16,-8 10 0-16,-5 1 0 16,-5-2 0-1,2 10 0-15,-2 1 0 16,3 3 0-1,3-6 0-15,-4 3 0 16,-12 9 0 0,-3 3 0-1,1-5 0-15,2 9 0 16,-6 3 0 0,-13 0 0-16,8 11 0 15,-2 7 0 1,0 4 0-16,-5 7 0 15,5 5 0-15,12 4 0 16,6 4 0 0,-7 6 0-16,7 1 0 15,2 5 0 1,0 5 0 0,3 7 0-16,3 7 0 15,5 5 0 1,5 9 0-16,3 4 0 15,15 2 0-15,13 4 0 16,7-7 0 0,9 8 0-1,4 9 0-15,5 2 0 16,15 11 0-16,6 11 0 16,9 1 0-1,15-2 0-15,6 2 0 16,18-1 0-16,7-1 0 15,11-4 0 1,4-1 0-16,3 4 0 16,7-2 0-16,8-3 0 15,10-3 0 1,8-5 0-16,7-6 0 16,11-2 0-1,9-7 0 1,6-4 0-16,9-2 0 15,7-5 0 1,8-5 0-16,5-5 0 0,13-3 0 16,1-4 0-1,7-5 0-15,10-2 0 16,11-5 0 0,2-3 0-16,2-2 0 15,7-2 0 1,6-3 0-16,3-2 0 15,5-10 0-15,12-1 0 32,17-9 0-32,3-7 0 15,-4-1 0-15,9-6 0 16,8-4 0-16,-3 6 0 16,-1-1 0-1,3-1 0-15,5-5 0 16,3 0 0-1,-5-5 0 1,10-4 0-16,18-11 0 0,6-6 0 16,-14-4 0-1,-10-6 0 1,-2-3 0-16,-6-3 0 16,-15 0 0-1,-11-2 0-15,3-9 0 16,0-10 0-1,-11-3 0-15,-8-3 0 16,-1-9 0-16,-11-3 0 16,-10-4 0-1,-20 0 0-15,-15-5 0 16,-23-11 0 0,-26-2 0-16,-30 8 0 15,-31 9 0-15,-23 1 0 16,-24 3 0-1,-17 3 0 1,-21 6 0-16,-16 10 0 16,14 22 0-16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cm"/>
          <inkml:channel name="T" type="integer" max="2.14748E9" units="dev"/>
        </inkml:traceFormat>
        <inkml:channelProperties>
          <inkml:channelProperty channel="X" name="resolution" value="229.07579" units="1/cm"/>
          <inkml:channelProperty channel="Y" name="resolution" value="406.7908" units="1/cm"/>
          <inkml:channelProperty channel="F" name="resolution" value="25.41279" units="1/cm"/>
          <inkml:channelProperty channel="T" name="resolution" value="1" units="1/dev"/>
        </inkml:channelProperties>
      </inkml:inkSource>
      <inkml:timestamp xml:id="ts0" timeString="2026-08-31T09:29:49.1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17771 7348 255 0,'9'60'0'0,"0"-12"0"0,2 2 0 0,0 0 0 0,0-6 0 0,-11-44 0 0,13 42 0 0,-13-42 0 0,0 0 0 0,22 32 0 0,-3-14 0 0,-3-15 0 16,-16-3 0 0,23-3 0-16,-23 3 0 15,26-9 0-15,2 3 0 16,-28 6 0 0,35-3 0-16,-1 6 0 15,-1 3 0 1,-33-6 0-16,40 7 0 15,12 1 0 1,-1 1 0-16,3-1 0 16,6-2 0-1,5 2 0-15,0 5 0 16,-5-4 0 0,1 1 0-16,1-4 0 15,3 2 0-15,-2-3 0 16,2-1 0-16,3-2 0 15,-4 0 0 1,3 0 0 0,7 1 0-16,4 1 0 15,4 1 0-15,-3 0 0 16,-1-4 0 0,1-2 0-16,-1-2 0 15,-2-4 0-15,3 0 0 31,4-1 0-31,-3-2 0 16,-1 1 0 0,5 0 0-16,4 1 0 0,1-4 0 15,7 2 0 1,-2-3 0-16,-2 5 0 16,2-3 0-1,-2 2 0-15,-5 3 0 16,-2 1 0-1,2 0 0-15,1 1 0 16,1 4 0 0,8-2 0-1,-4 0 0-15,4 2 0 0,-8-3 0 16,1 3 0 0,-6-2 0-16,-7-2 0 31,6 1 0-31,-3 2 0 0,-4-3 0 15,0 2 0 1,3 2 0 0,-4 0 0-16,0 2 0 0,2 2 0 31,-3-3 0-31,-2 2 0 16,-3 3 0-16,-69-6 0 15,70 11 0 1,2 3 0-1,-9 0 0-15,-15-2 0 16,-48-12 0-16,45 18 0 16,-45-18 0-16,42 18 0 15,-42-18 0 1,46 14 0-16,-46-14 0 31,42 10 0-31,-42-10 0 0,0 0 0 16,40 4 0-16,-40-4 0 31,31-19 0-31,-11-16 0 16,-7-10 0-1,-11-8 0-15,-8-9 0 16,-3 7 0-16,-4 6 0 16,2 13 0-1</inkml:trace>
  <inkml:trace contextRef="#ctx0" brushRef="#br0" timeOffset="1258.33">20736 6335 255 0,'-27'0'0'0,"10"0"0"0,6-2 0 0,-4-11 0 0,-3-8 0 0,3-8 0 0,-3-14 0 0,2-24 0 16,3-25 0-1,4-41 0-15,9-22 0 16,18 7 0-16,7 21 0 15,10 21 0 1,12 15 0-16,7 11 0 16,4 13 0-1,5 20 0-15,2 18 0 16,1 23 0 0,4 15 0-16,0 19 0 15,4 15 0 1,-1 3 0-16,-6-5 0 15,5-14 0 1,7-27 0-16,3-34 0 0,12-41 0 31,25-47 0-31,37-59 0 16,32-44 0-16,2-8 0 16,-71 78 0-1</inkml:trace>
  <inkml:trace contextRef="#ctx0" brushRef="#br0" timeOffset="3253.47">23063 3091 255 0,'-6'-23'0'0,"0"7"0"0,0-3 0 0,2 4 0 16,-3 1 0-16,1 1 0 0,1 5 0 0,2 3 0 0,1 10 0 0,0 11 0 0,2 10 0 15,4 19 0 1,2 20 0-16,0 20 0 15,-4 25 0-15,-2 12 0 16,-2-10 0 0,0-17 0-16,0-19 0 15,2-15 0 1,0-61 0-16,0 0 0 16,-10 41 0-1</inkml:trace>
  <inkml:trace contextRef="#ctx0" brushRef="#br0" timeOffset="3809.23">22542 3043 255 0,'0'0'0'0,"6"-23"0"16,8-14 0-1,17-7 0 1,12 7 0 0,21 1 0-16,30 1 0 0,18 10 0 15,8 13 0 1,-3 12 0-16,-11 10 0 15,-14 13 0 1,-7 7 0 0,-6 11 0-16,1 6 0 15,-5 3 0-15,-8 11 0 16,-13 11 0-16,-9 7 0 16,-14-1 0-1,-8-5 0-15,-16-3 0 16,-12-10 0-1,-11-4 0 1,-15-4 0-16,-19-2 0 0,-12-3 0 16,-26-5 0-1,-14-10 0-15,-7-12 0 32,-4-15 0-32,15-20 0 15,17-8 0-15,19-4 0 0,62 27 0 31,0 0 0-31,-36-27 0 16,16 2 0-16</inkml:trace>
  <inkml:trace contextRef="#ctx0" brushRef="#br0" timeOffset="4396.35">24415 3566 255 0,'-48'-25'0'0,"6"15"0"0,-5 14 0 0,-4 16 0 0,-5 16 0 0,4 18 0 16,14 9 0-16,16 8 0 31,18-7 0-31,18-12 0 0,9-13 0 16,11-11 0-16,8-9 0 15,7-13 0 1,3-11 0-16,0-13 0 16,-2-11 0-1,-15-11 0-15,-15-5 0 16,-16-6 0-16,-15 1 0 15,-14 1 0 1,-13 9 0-16,-15 17 0 16,-1 16 0-16,2 18 0 15,19 14 0 1,13 3 0-16,15-6 0 16,8-13 0-1</inkml:trace>
  <inkml:trace contextRef="#ctx0" brushRef="#br0" timeOffset="4969.56">24709 3564 255 0,'0'0'0'0,"0"0"0"16,0 0 0-16,0 0 0 16,0 0 0-16,0 23 0 15,0 24 0 1,-4 17 0-16,4-64 0 16,0 0 0-1,-2 68 0-15,8-20 0 16,6-30 0-16,7-20 0 15,5-11 0 1,5-9 0 0,6-7 0-16,1 4 0 15,-3 7 0 1,-8 11 0 0,-10 8 0-16,-11 13 0 15,-6 17 0-15,-9 6 0 16,11-37 0-1,0 0 0-15,-8 47 0 16,5-9 0-16,12-18 0 16,8-15 0-16,6-10 0 15,2-4 0 1,-25 9 0-16,0 0 0 31,29-10 0-31,-4 10 0 0,-5 10 0 31,-7 6 0-31,3 7 0 16,3-1 0-16,1-11 0 16,-4-6 0-1</inkml:trace>
  <inkml:trace contextRef="#ctx0" brushRef="#br0" timeOffset="5358.65">25612 3819 255 0,'0'0'0'0,"0"0"0"0,0 0 0 0,-12-2 0 0,-15-5 0 15,-4 10 0-15,-2 14 0 16,-12 19 0-1,0 17 0-15,5 9 0 16,13-5 0 0,27-57 0-16,0 46 0 15,16-28 0 1,3-18 0-16,8-10 0 16,9-13 0-16,8-5 0 15,-7-1 0 1,-8 7 0-16,-6 5 0 15,-10 13 0 1,-5 12 0-16,-3 18 0 16,2 8 0-16,-1 0 0 15,5-3 0 1,-3-14 0-16</inkml:trace>
  <inkml:trace contextRef="#ctx0" brushRef="#br0" timeOffset="5556.31">25965 3900 255 0,'0'0'0'0,"-5"29"0"16,-5 15 0-1,0 3 0-15,1-5 0 16,5-10 0-1,2-20 0-15,4-20 0 16,-2-3 0-16</inkml:trace>
  <inkml:trace contextRef="#ctx0" brushRef="#br0" timeOffset="5710.18">25902 3485 255 0,'0'0'0'15,"0"0"0"1,0 0 0 0,0 0 0-1,0 0 0-15</inkml:trace>
  <inkml:trace contextRef="#ctx0" brushRef="#br0" timeOffset="6046.19">26282 3645 255 0,'0'0'0'0,"-4"36"0"16,-9 28 0-16,1 4 0 15,8-15 0 1,8-17 0-16,12-17 0 15,7-15 0 1,2-12 0-16,3 0 0 16,-1-3 0-1,-2 1 0-15,-5 10 0 16,-4 10 0-16,-7 13 0 0,-9 20 0 31,2 22 0-31,3 12 0 16,1-2 0-1</inkml:trace>
  <inkml:trace contextRef="#ctx0" brushRef="#br0" timeOffset="6887.86">25298 4897 255 0,'0'0'0'0,"0"0"0"0,0 0 0 0,-20 0 0 0,-25 0 0 15,-13 23 0-15,-10 30 0 16,-9 29 0-1,-1 27 0 1,21 0 0-16,30-32 0 16,27-77 0-1,-6 48 0-15,15-28 0 16,11-20 0-16,4-19 0 16,15-18 0-16,21-34 0 31,25-39 0-31,11-25 0 15,-11-4 0-15,-11 14 0 16,-14 22 0-16,-17 14 0 16,-43 89 0-1,0 0 0 1,0 0 0-16,10-38 0 16,-36 53 0-1,-9 29 0-15,-17 42 0 16,-8 34 0-1,11 10 0-15,20-28 0 16,22-33 0-16,14-20 0 16,12-12 0-1,12-11 0-15,13-8 0 16,10-13 0-16,3-15 0 16,6-7 0-1,-12-4 0-15</inkml:trace>
  <inkml:trace contextRef="#ctx0" brushRef="#br0" timeOffset="7299.97">25810 5114 255 0,'-42'-3'0'0,"13"8"0"0,-2 13 0 0,-10 22 0 0,1 18 0 0,9 9 0 0,31-67 0 0,-18 63 0 16,23-26 0-1,14-27 0-15,1-24 0 16,4-5 0-1,-3-8 0-15,4 0 0 16,0 2 0-16,-7 10 0 16,-3 11 0-1,-1 10 0-15,1 12 0 16,-2 10 0 0,3 9 0-16,8 1 0 15,-24-38 0-15,37 27 0 16,7-31 0-1,-1-21 0 1,-10-11 0-16</inkml:trace>
  <inkml:trace contextRef="#ctx0" brushRef="#br0" timeOffset="7886.63">26616 4192 255 0,'0'0'0'15,"0"0"0"-15,-9 24 0 16,-11 20 0-16,-1 25 0 16,-8 36 0-1,-9 34 0 1,10 11 0-16,8-23 0 0,-1-24 0 15,6-20 0 1,-3-14 0 0,3-10 0-16,1-8 0 15,14-51 0-15,-8 38 0 16,8-38 0 0,-15 21 0-16,15-21 0 15,-11 0 0 1,9-14 0-1,0-11 0-15,6-6 0 16,2-9 0-16,6-6 0 16,0-2 0-16,4 1 0 31,-16 47 0-31,15-47 0 16,-15 47 0-1,4-41 0-15,-14 19 0 16,-4 16 0-16,-4 19 0 0,-3 14 0 31,8 10 0-31,7 11 0 16,14-1 0-16,15-10 0 15,18-4 0-15,14-4 0 32,16 2 0-32,3-5 0 15</inkml:trace>
  <inkml:trace contextRef="#ctx0" brushRef="#br0" timeOffset="8441.01">27018 5138 255 0,'0'0'0'0,"0"0"0"0,0 0 0 15,0 0 0-15,0 0 0 0,0 0 0 0,0 0 0 16,0 0 0 0,0 0 0-16,-10-9 0 15,-13-9 0-15,-1 6 0 16,-4 6 0-1,-1 15 0-15,-11 7 0 16,-2 20 0 0,0 19 0-16,6 9 0 15,12 5 0-15,19-8 0 16,17-24 0 0,14-18 0-16,10-18 0 15,12-7 0 1,7-6 0-16,9 2 0 15,1 2 0-15,-15 8 0 16,-19 0 0 0</inkml:trace>
  <inkml:trace contextRef="#ctx0" brushRef="#br0" timeOffset="10783.72">24371 7490 255 0,'-23'-12'0'0,"11"2"0"0,8 6 0 0,1 7 0 0,6 8 0 0,1 11 0 0,8 13 0 0,1 19 0 0,3 11 0 0,-1 6 0 15,4 6 0 1,-13-4 0-1,-6-12 0-15,-4-16 0 16,4-45 0-16,-15 32 0 16,15-32 0-1,-21 14 0-15,21-14 0 16,-33 9 0 0,-6-7 0-16,-15 0 0 15,-11 4 0-15,-15-2 0 16,-10 3 0-16,-8 5 0 15,-6-3 0 1,0 1 0-16,-2-6 0 16,-3-1 0-1,-14-3 0-15,-9-3 0 16,-1 1 0 0,6-2 0-16,-4 4 0 15,-4 2 0 1,0-2 0-1,-1-2 0-15,0-1 0 16,-1-2 0 0,5-4 0-16,-3-1 0 0,0 0 0 15,-9-1 0 1,-6 3 0-16,5-1 0 16,8-3 0-1,8 6 0-15,-5 1 0 16,-1-1 0-1,-2 4 0-15,1-2 0 16,2 0 0-16,-5-2 0 16,-2 0 0-1,-7-1 0-15,-1-3 0 16,6 4 0 0,-1-3 0-16,0 2 0 15,4 3 0-15,-1 2 0 31,-3-1 0-31,-3 3 0 16,-1-2 0 0,0 2 0-16,-2 2 0 15,1 1 0 1,-3 1 0-16,-1-4 0 16,-1 0 0-1,-1 2 0-15,3 1 0 16,-3-3 0-1,5 0 0-15,4 0 0 16,-4 0 0-16,-5 4 0 16,3 0 0-1,4 2 0-15,-1 4 0 16,4-5 0 0,1-5 0-16,-2 2 0 15,6-6 0 1,2-4 0-16,3 2 0 15,5-1 0 1,-5 3 0-16,6 4 0 16,-5 4 0-16,-5 0 0 15,4 4 0 1,2 1 0-16,14-3 0 16,2-2 0-1,-10-1 0 1,2-6 0-16,2 3 0 0,6 0 0 31,-1 3 0-31,1 1 0 0,0-1 0 16,2-2 0-1,-2 3 0-15,2 2 0 16,7-4 0 0,2 0 0-1,12 2 0-15,2-4 0 16,3-4 0-16,-8 2 0 15,4 2 0-15,3 4 0 16,1 2 0 0,-1 7 0-16,4-4 0 15,2-3 0 1,6 2 0-16,-3-2 0 16,5-2 0-1,2-4 0-15,0-4 0 16,1-2 0-16,-1 2 0 15,0-2 0 1,2 2 0-16,8-5 0 16,1 5 0-16,-2 0 0 15,3 2 0 1,-1 4 0-16,5 2 0 16,-3 4 0-1,1 5 0 1,3 2 0-1,6 1 0-15,0 7 0 16,3 2 0 0,11-4 0-16,-1 2 0 15,0 2 0-15,4 0 0 0,2 0 0 16,-3-4 0 0,1-2 0-1,34-19 0-15,-35 16 0 16,35-16 0-1,-31 9 0-15,31-9 0 16,-28-4 0 0,10-11 0-16,3-6 0 15,3-12 0 1,10-19 0 0,14-37 0-16,36-75 0 15,52-99 0 1,34-18 0-16,-11 44 0 15,-61 107 0-15</inkml:trace>
  <inkml:trace contextRef="#ctx0" brushRef="#br0" timeOffset="12362.99">21933 8083 255 0,'-4'68'0'0,"0"-12"0"0,4 4 0 0,10-5 0 0,15-10 0 0,8-18 0 0,12-13 0 0,6-9 0 0,14-10 0 0,16-7 0 0,13-6 0 15,20-9 0-15,9-4 0 16,11-7 0-1,-4-6 0-15,-5 1 0 16,-4 1 0 0,0 0 0-1,-3 3 0-15,-3 7 0 0,2 9 0 16,0 4 0 0,9 7 0-16,4 2 0 15,-2-3 0-15,3-3 0 16,-3-4 0-1,5-5 0-15,0-5 0 16,1-6 0 0,1-3 0-16,-7 5 0 15,-6 0 0-15,0 3 0 16,-1 2 0 0,3-7 0-16,13-12 0 31,-3-16 0-31,1-16 0 15,-6-9 0 1,-4-4 0-16,-8-5 0 16,-1 5 0-16,-6 6 0 15,-14 12 0 1,-15 7 0-16,-28 16 0 16</inkml:trace>
  <inkml:trace contextRef="#ctx0" brushRef="#br0" timeOffset="12846.89">27218 6560 255 0,'0'0'0'0,"0"0"0"0,0 0 0 0,0 0 0 0,0 19 0 0,2 25 0 0,5 39 0 15,3 44 0 1,10 41 0-16,-20-168 0 16,0 0 0-16,16 130 0 15,-22-80 0 1</inkml:trace>
  <inkml:trace contextRef="#ctx0" brushRef="#br0" timeOffset="13163.75">27023 6570 255 0,'0'0'0'0,"0"0"0"15,5-23 0 1,2-14 0-16,17-8 0 16,21 3 0-1,15 3 0-15,24 5 0 16,3 13 0-16,0 21 0 15,-17 14 0 1,-18 9 0-16,-7 4 0 16,-23 0 0-1,-22-1 0-15,-14 3 0 16,-14 6 0-16,-16 11 0 16,-16 10 0-1,-17 7 0-15,4-5 0 16,19-26 0-1,24-22 0-15</inkml:trace>
  <inkml:trace contextRef="#ctx0" brushRef="#br0" timeOffset="13575.7">27945 6465 255 0,'0'0'0'16,"0"0"0"-16,0 0 0 15,0 0 0 1,-20 3 0 0,-21 18 0-16,-5 23 0 15,1 18 0 1,9 20 0-16,27 3 0 15,22-26 0 1,17-28 0-16,3-20 0 16,-2-18 0-16,-2-9 0 15,0-11 0 1,3-13 0-16,-11-2 0 16,-19-3 0-16,-11 3 0 31,-10 8 0-31,-8 14 0 15,2 13 0 1,-8 12 0-16,5 6 0 16,4 2 0-16</inkml:trace>
  <inkml:trace contextRef="#ctx0" brushRef="#br0" timeOffset="13987.66">28341 6356 255 0,'0'0'0'31,"0"0"0"-31,-15 15 0 16,-12 9 0-16,-2 19 0 15,4 1 0 1,14 7 0-16,11-5 0 15,9-4 0 1,13-4 0-16,7-5 0 16,8-2 0-1,-4-3 0-15,-33-28 0 16,0 0 0 0,25 24 0-16,-17-4 0 15,-16-4 0-15,-17-5 0 16,-15 0 0-1,-17-2 0-15,57-9 0 16,-64 4 0 0,64-4 0-16,-56-15 0 15,22-9 0 1</inkml:trace>
  <inkml:trace contextRef="#ctx0" brushRef="#br0" timeOffset="14209.89">28756 6599 255 0,'-10'34'0'0,"-5"12"0"0,-1-2 0 0,5-2 0 0,3-9 0 15,3-13 0-15,-2-17 0 16,-2-20 0 0,1-6 0-16</inkml:trace>
  <inkml:trace contextRef="#ctx0" brushRef="#br0" timeOffset="14900">28906 6241 255 0,'-16'32'0'0</inkml:trace>
  <inkml:trace contextRef="#ctx0" brushRef="#br0" timeOffset="15495.59">29391 5768 255 0,'-2'75'0'0,"-5"-10"0"15,1 27 0 1,-7 42 0-16,0 2 0 16,7-22 0-16,-3-30 0 15,-5-19 0 1,8-17 0 0,6-48 0-16,-5 44 0 15,5-44 0-15,0 0 0 16,0 0 0-1,-4 34 0 1,2-20 0-16,-1-22 0 0,-1-16 0 16,-5-14 0-1,-2-20 0-15,-5-9 0 16,-6 4 0-16,-4 16 0 16,-4 8 0-1,30 39 0-15,0 0 0 16,-27-19 0-1,27 19 0 1,-14-4 0-16,14 6 0 16,12 0 0-1,11-4 0-15,13-6 0 16,6 0 0-16,13-1 0 16,7 7 0-1,-4 10 0-15,-12 15 0 16,-15 13 0-16,-9 11 0 15,-9 8 0 1,-2 10 0-16,-7-3 0 16,-4-62 0-16,0 0 0 15,-4 37 0 1,-7-20 0-16</inkml:trace>
  <inkml:trace contextRef="#ctx0" brushRef="#br0" timeOffset="15648.54">29615 6053 255 0,'0'0'0'0,"0"0"0"0,0 0 0 0,0 0 0 0,0 0 0 15,0 0 0 1</inkml:trace>
  <inkml:trace contextRef="#ctx0" brushRef="#br0" timeOffset="16163.95">29863 6353 255 0,'0'0'0'0,"0"0"0"16,0 0 0 0,0 0 0-16,0 0 0 15,0 0 0 1,0 0 0-16,0 0 0 16,0 0 0-1,-10 15 0-15,-9 15 0 16,1 0 0-16,1 9 0 15,1-6 0 1,7 1 0-16,3-6 0 16,2 1 0-16,8 1 0 15,0-1 0 1,-4-29 0-16,11 29 0 16,5-8 0-1,3-9 0-15,1-12 0 16,5-12 0-1,-3-13 0-15,-5-9 0 16,-2-11 0 0,-8-2 0-16,-7 2 0 15,-9 8 0-15,-7 8 0 16,-5 17 0 0,-6 14 0-1,-4 15 0-15,4 5 0 16,4 0 0-16,2-5 0 15</inkml:trace>
  <inkml:trace contextRef="#ctx0" brushRef="#br0" timeOffset="16479.71">30319 6288 255 0,'0'0'0'0,"0"0"0"0,-13 28 0 0,-7 20 0 0,-4 8 0 0,5-1 0 16,6-10 0 0,8-22 0-1,14-21 0-15,9-8 0 0,7-10 0 16,0 3 0-1,2 5 0 1,0 12 0-16,-8 16 0 16,-3 24 0-16,-5 33 0 31,-3 24 0-31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2092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715957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0BE78-136C-4EB0-82F8-6F89320A54EA}" type="datetimeFigureOut">
              <a:rPr lang="en-US"/>
              <a:t>8/31/2026</a:t>
            </a:fld>
            <a:endParaRPr/>
          </a:p>
        </p:txBody>
      </p:sp>
      <p:sp>
        <p:nvSpPr>
          <p:cNvPr id="2131765249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3989682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6058316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236806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5A648-1CE8-47C1-8D94-DC119F73BB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72189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0108784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7142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9B4A9A-41A6-AC12-E933-9187B3FEC619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41038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4610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17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F0D8E8-F2B2-0C46-CA87-ED992054D47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68599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6210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1887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69F2DE-3982-5D07-A582-014CA42BFC4C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79840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42150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317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026196-47A4-DA75-14C3-B0FD3C3B0D1C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08F1A0-9236-9448-0F5C-2CC8CDC04214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EB0E8-B2EA-93A0-F05C-0B5CFB2DB28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685990" name="Slide Image Placeholder 1">
            <a:extLst>
              <a:ext uri="{FF2B5EF4-FFF2-40B4-BE49-F238E27FC236}">
                <a16:creationId xmlns:a16="http://schemas.microsoft.com/office/drawing/2014/main" id="{916D9B5E-DF3C-22AE-55BB-1A4174D39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6210313" name="Notes Placeholder 2">
            <a:extLst>
              <a:ext uri="{FF2B5EF4-FFF2-40B4-BE49-F238E27FC236}">
                <a16:creationId xmlns:a16="http://schemas.microsoft.com/office/drawing/2014/main" id="{C19FD30F-AE14-30F2-5656-BD153DC2D9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188723" name="Slide Number Placeholder 3">
            <a:extLst>
              <a:ext uri="{FF2B5EF4-FFF2-40B4-BE49-F238E27FC236}">
                <a16:creationId xmlns:a16="http://schemas.microsoft.com/office/drawing/2014/main" id="{35B525F3-C4EF-FACB-DF71-6A399A68F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69F2DE-3982-5D07-A582-014CA42BFC4C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6575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B15C9-529B-3C1F-314A-7E76F4A7C98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685990" name="Slide Image Placeholder 1">
            <a:extLst>
              <a:ext uri="{FF2B5EF4-FFF2-40B4-BE49-F238E27FC236}">
                <a16:creationId xmlns:a16="http://schemas.microsoft.com/office/drawing/2014/main" id="{36E47166-4B18-FCE1-9125-30D6FAEDC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6210313" name="Notes Placeholder 2">
            <a:extLst>
              <a:ext uri="{FF2B5EF4-FFF2-40B4-BE49-F238E27FC236}">
                <a16:creationId xmlns:a16="http://schemas.microsoft.com/office/drawing/2014/main" id="{DB561C99-EB4F-99C4-A814-DF787C1BDD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188723" name="Slide Number Placeholder 3">
            <a:extLst>
              <a:ext uri="{FF2B5EF4-FFF2-40B4-BE49-F238E27FC236}">
                <a16:creationId xmlns:a16="http://schemas.microsoft.com/office/drawing/2014/main" id="{73593FBE-8C7A-4DE8-DBCF-9416598D4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69F2DE-3982-5D07-A582-014CA42BFC4C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039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E8A33-F598-414F-051D-5E0417D2E8B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685990" name="Slide Image Placeholder 1">
            <a:extLst>
              <a:ext uri="{FF2B5EF4-FFF2-40B4-BE49-F238E27FC236}">
                <a16:creationId xmlns:a16="http://schemas.microsoft.com/office/drawing/2014/main" id="{6D6CE37C-44AE-2C77-823E-BF237A343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636210313" name="Notes Placeholder 2">
            <a:extLst>
              <a:ext uri="{FF2B5EF4-FFF2-40B4-BE49-F238E27FC236}">
                <a16:creationId xmlns:a16="http://schemas.microsoft.com/office/drawing/2014/main" id="{757D844F-E932-935B-F7E0-854176ADB80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7188723" name="Slide Number Placeholder 3">
            <a:extLst>
              <a:ext uri="{FF2B5EF4-FFF2-40B4-BE49-F238E27FC236}">
                <a16:creationId xmlns:a16="http://schemas.microsoft.com/office/drawing/2014/main" id="{A1C119C6-CE7E-1696-0B4F-3F064D0258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69F2DE-3982-5D07-A582-014CA42BFC4C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90533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Note: Optional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615A648-1CE8-47C1-8D94-DC119F73BBF3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174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408046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369476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126014142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3392FD-379A-43EF-B521-645325000CC0}" type="datetime1">
              <a:rPr lang="en-GB"/>
              <a:t>31/08/2026</a:t>
            </a:fld>
            <a:endParaRPr/>
          </a:p>
        </p:txBody>
      </p:sp>
      <p:sp>
        <p:nvSpPr>
          <p:cNvPr id="99035617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6192378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46555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0615064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243469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8183B9-126C-4932-94BE-502505D2BD01}" type="datetime1">
              <a:rPr lang="en-GB"/>
              <a:t>31/08/2026</a:t>
            </a:fld>
            <a:endParaRPr/>
          </a:p>
        </p:txBody>
      </p:sp>
      <p:sp>
        <p:nvSpPr>
          <p:cNvPr id="9323174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0408326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73012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548530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1C97FE-D1A0-4415-8424-9D0DD0C9B6F2}" type="datetime1">
              <a:rPr lang="en-GB"/>
              <a:t>31/08/2026</a:t>
            </a:fld>
            <a:endParaRPr/>
          </a:p>
        </p:txBody>
      </p:sp>
      <p:sp>
        <p:nvSpPr>
          <p:cNvPr id="1342840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347130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188681730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ide-by-side 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238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198489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31/08/2026</a:t>
            </a:fld>
            <a:endParaRPr/>
          </a:p>
        </p:txBody>
      </p:sp>
      <p:sp>
        <p:nvSpPr>
          <p:cNvPr id="10063481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63568395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137606629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90428013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02772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585432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94201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6060622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935D3F-7175-495B-9EBA-23EFABDFFDE4}" type="datetime1">
              <a:rPr lang="en-GB"/>
              <a:t>31/08/2026</a:t>
            </a:fld>
            <a:endParaRPr/>
          </a:p>
        </p:txBody>
      </p:sp>
      <p:sp>
        <p:nvSpPr>
          <p:cNvPr id="50949688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39080556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44805819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1830875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40985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1691897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052527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640DE-560F-49EC-947F-96B0BAAE894C}" type="datetime1">
              <a:rPr lang="en-GB"/>
              <a:t>31/08/2026</a:t>
            </a:fld>
            <a:endParaRPr/>
          </a:p>
        </p:txBody>
      </p:sp>
      <p:sp>
        <p:nvSpPr>
          <p:cNvPr id="18510737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5187924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52272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488999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404231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3834273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7FFBE2-17ED-4487-A6AD-53E5CC708D51}" type="datetime1">
              <a:rPr lang="en-GB"/>
              <a:t>31/08/2026</a:t>
            </a:fld>
            <a:endParaRPr/>
          </a:p>
        </p:txBody>
      </p:sp>
      <p:sp>
        <p:nvSpPr>
          <p:cNvPr id="959355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39087018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17100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0507753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569356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92169709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8337572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42286948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F46DC4-28AD-4138-B93F-56B62008EDF1}" type="datetime1">
              <a:rPr lang="en-GB"/>
              <a:t>31/08/2026</a:t>
            </a:fld>
            <a:endParaRPr/>
          </a:p>
        </p:txBody>
      </p:sp>
      <p:sp>
        <p:nvSpPr>
          <p:cNvPr id="47372627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933382615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182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2331782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37B48-7300-4AA3-A318-3DF410CB4F23}" type="datetime1">
              <a:rPr lang="en-GB"/>
              <a:t>31/08/2026</a:t>
            </a:fld>
            <a:endParaRPr/>
          </a:p>
        </p:txBody>
      </p:sp>
      <p:sp>
        <p:nvSpPr>
          <p:cNvPr id="206880350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4063993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408320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DB52B6-2546-43FF-B3EF-41EE09B1A28D}" type="datetime1">
              <a:rPr lang="en-GB"/>
              <a:t>31/08/2026</a:t>
            </a:fld>
            <a:endParaRPr/>
          </a:p>
        </p:txBody>
      </p:sp>
      <p:sp>
        <p:nvSpPr>
          <p:cNvPr id="16829100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4708930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682583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2201137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081413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51563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8BA3DE-D664-485B-A670-4F9846D9F00F}" type="datetime1">
              <a:rPr lang="en-GB"/>
              <a:t>31/08/2026</a:t>
            </a:fld>
            <a:endParaRPr/>
          </a:p>
        </p:txBody>
      </p:sp>
      <p:sp>
        <p:nvSpPr>
          <p:cNvPr id="196843597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56109138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03749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662984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6439596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4124662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C998E3B-E64A-4693-A308-7951ECA79B15}" type="datetime1">
              <a:rPr lang="en-GB"/>
              <a:t>31/08/2026</a:t>
            </a:fld>
            <a:endParaRPr/>
          </a:p>
        </p:txBody>
      </p:sp>
      <p:sp>
        <p:nvSpPr>
          <p:cNvPr id="1100582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47850459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969956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2659898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2609719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6B53B-F8BB-43CD-B391-40C014116A36}" type="datetime1">
              <a:rPr lang="en-GB"/>
              <a:t>31/08/2026</a:t>
            </a:fld>
            <a:endParaRPr/>
          </a:p>
        </p:txBody>
      </p:sp>
      <p:sp>
        <p:nvSpPr>
          <p:cNvPr id="1341762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0992330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64589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854869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025303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118B8D-3A7E-4793-8999-657BC3EF6574}" type="datetime1">
              <a:rPr lang="en-GB"/>
              <a:t>31/08/2026</a:t>
            </a:fld>
            <a:endParaRPr/>
          </a:p>
        </p:txBody>
      </p:sp>
      <p:sp>
        <p:nvSpPr>
          <p:cNvPr id="26758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2104093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3375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8632847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70128793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4C8AB-6B00-48F2-89BC-5CCAE9514F64}" type="datetime1">
              <a:rPr lang="en-GB"/>
              <a:t>31/08/2026</a:t>
            </a:fld>
            <a:endParaRPr/>
          </a:p>
        </p:txBody>
      </p:sp>
      <p:sp>
        <p:nvSpPr>
          <p:cNvPr id="1933967440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87405628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oih@via.d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customXml" Target="../ink/ink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786083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VIZ1, Session 1</a:t>
            </a:r>
            <a:endParaRPr/>
          </a:p>
        </p:txBody>
      </p:sp>
      <p:sp>
        <p:nvSpPr>
          <p:cNvPr id="112800825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Introduction</a:t>
            </a:r>
            <a:endParaRPr/>
          </a:p>
        </p:txBody>
      </p:sp>
      <p:sp>
        <p:nvSpPr>
          <p:cNvPr id="93264377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1FCB8-642A-4A5E-B6E8-4571E484A705}" type="datetime1">
              <a:rPr lang="en-GB"/>
              <a:t>31/08/2026</a:t>
            </a:fld>
            <a:endParaRPr/>
          </a:p>
        </p:txBody>
      </p:sp>
      <p:sp>
        <p:nvSpPr>
          <p:cNvPr id="165757217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6647102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31992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Ildsgaard Hougaard</a:t>
            </a:r>
            <a:endParaRPr/>
          </a:p>
        </p:txBody>
      </p:sp>
      <p:sp>
        <p:nvSpPr>
          <p:cNvPr id="1837247012" name="Content Placeholder 2"/>
          <p:cNvSpPr>
            <a:spLocks noGrp="1"/>
          </p:cNvSpPr>
          <p:nvPr>
            <p:ph idx="1"/>
          </p:nvPr>
        </p:nvSpPr>
        <p:spPr bwMode="auto"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GB" u="sng">
                <a:hlinkClick r:id="rId3"/>
              </a:rPr>
              <a:t>oih@via.dk</a:t>
            </a:r>
            <a:endParaRPr lang="en-GB"/>
          </a:p>
          <a:p>
            <a:pPr>
              <a:defRPr/>
            </a:pPr>
            <a:r>
              <a:rPr lang="en-GB"/>
              <a:t>Computer Scientist (PhD)</a:t>
            </a:r>
            <a:endParaRPr/>
          </a:p>
          <a:p>
            <a:pPr lvl="1">
              <a:defRPr/>
            </a:pPr>
            <a:r>
              <a:rPr lang="en-GB"/>
              <a:t>Programming languages</a:t>
            </a:r>
            <a:endParaRPr/>
          </a:p>
          <a:p>
            <a:pPr lvl="1">
              <a:defRPr/>
            </a:pPr>
            <a:r>
              <a:rPr lang="en-GB"/>
              <a:t>Type systems</a:t>
            </a:r>
            <a:endParaRPr/>
          </a:p>
          <a:p>
            <a:pPr>
              <a:defRPr/>
            </a:pPr>
            <a:r>
              <a:rPr lang="en-GB"/>
              <a:t>Industry experience</a:t>
            </a:r>
            <a:endParaRPr/>
          </a:p>
          <a:p>
            <a:pPr lvl="1">
              <a:defRPr/>
            </a:pPr>
            <a:r>
              <a:rPr lang="en-GB"/>
              <a:t>Uni-C </a:t>
            </a:r>
            <a:endParaRPr/>
          </a:p>
          <a:p>
            <a:pPr lvl="2">
              <a:defRPr/>
            </a:pPr>
            <a:r>
              <a:rPr lang="en-GB"/>
              <a:t>Educational Software, Games</a:t>
            </a:r>
            <a:endParaRPr/>
          </a:p>
          <a:p>
            <a:pPr lvl="2">
              <a:defRPr/>
            </a:pPr>
            <a:r>
              <a:rPr lang="en-GB"/>
              <a:t>Senior Developer</a:t>
            </a:r>
            <a:endParaRPr/>
          </a:p>
          <a:p>
            <a:pPr lvl="1">
              <a:defRPr/>
            </a:pPr>
            <a:r>
              <a:rPr lang="en-GB"/>
              <a:t>Acure / IBM</a:t>
            </a:r>
            <a:endParaRPr/>
          </a:p>
          <a:p>
            <a:pPr lvl="2">
              <a:defRPr/>
            </a:pPr>
            <a:r>
              <a:rPr lang="en-GB"/>
              <a:t>Healthcare solutions</a:t>
            </a:r>
            <a:endParaRPr/>
          </a:p>
          <a:p>
            <a:pPr lvl="2">
              <a:defRPr/>
            </a:pPr>
            <a:r>
              <a:rPr lang="en-GB"/>
              <a:t>Developer, architect, Scrum master</a:t>
            </a:r>
            <a:endParaRPr/>
          </a:p>
          <a:p>
            <a:pPr lvl="1">
              <a:defRPr/>
            </a:pPr>
            <a:r>
              <a:rPr lang="en-GB"/>
              <a:t>Google </a:t>
            </a:r>
            <a:endParaRPr/>
          </a:p>
          <a:p>
            <a:pPr lvl="2">
              <a:defRPr/>
            </a:pPr>
            <a:r>
              <a:rPr lang="en-GB"/>
              <a:t>V8 JavaScript Engine</a:t>
            </a:r>
            <a:endParaRPr/>
          </a:p>
          <a:p>
            <a:pPr>
              <a:defRPr/>
            </a:pPr>
            <a:r>
              <a:rPr lang="en-GB"/>
              <a:t>VIA since 2009</a:t>
            </a:r>
            <a:endParaRPr/>
          </a:p>
          <a:p>
            <a:pPr>
              <a:defRPr/>
            </a:pPr>
            <a:endParaRPr/>
          </a:p>
        </p:txBody>
      </p:sp>
      <p:sp>
        <p:nvSpPr>
          <p:cNvPr id="16626637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BE55A2D-B060-49D7-853E-7EE6C153D847}" type="datetime1">
              <a:rPr lang="en-GB"/>
              <a:t>31/08/2026</a:t>
            </a:fld>
            <a:endParaRPr/>
          </a:p>
        </p:txBody>
      </p:sp>
      <p:sp>
        <p:nvSpPr>
          <p:cNvPr id="21379123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olehougaard@gmail.com</a:t>
            </a:r>
            <a:endParaRPr/>
          </a:p>
        </p:txBody>
      </p:sp>
      <p:sp>
        <p:nvSpPr>
          <p:cNvPr id="7423781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E9BF10-40AA-2228-FFFA-E4A1DB34B8D4}" type="slidenum">
              <a:rPr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60702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Agenda</a:t>
            </a:r>
            <a:endParaRPr/>
          </a:p>
        </p:txBody>
      </p:sp>
      <p:sp>
        <p:nvSpPr>
          <p:cNvPr id="2544592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Introducing the course</a:t>
            </a:r>
          </a:p>
          <a:p>
            <a:pPr>
              <a:defRPr/>
            </a:pPr>
            <a:r>
              <a:rPr lang="en-GB"/>
              <a:t>Introducing visualization</a:t>
            </a:r>
          </a:p>
          <a:p>
            <a:pPr>
              <a:defRPr/>
            </a:pPr>
            <a:r>
              <a:rPr lang="en-GB"/>
              <a:t>Introducing SVG</a:t>
            </a:r>
          </a:p>
          <a:p>
            <a:pPr>
              <a:defRPr/>
            </a:pPr>
            <a:r>
              <a:rPr lang="en-GB"/>
              <a:t>Introducing D3.js</a:t>
            </a:r>
          </a:p>
          <a:p>
            <a:pPr>
              <a:defRPr/>
            </a:pPr>
            <a:endParaRPr/>
          </a:p>
        </p:txBody>
      </p:sp>
      <p:sp>
        <p:nvSpPr>
          <p:cNvPr id="19941050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F422C1-D764-C2AC-CB08-59CA3096A256}" type="datetime1">
              <a:rPr lang="en-GB"/>
              <a:t>31/08/2026</a:t>
            </a:fld>
            <a:endParaRPr/>
          </a:p>
        </p:txBody>
      </p:sp>
      <p:sp>
        <p:nvSpPr>
          <p:cNvPr id="12202288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02139703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37A9D3D-4374-C22F-D215-37B1D80FB6C8}" type="slidenum">
              <a:rPr/>
              <a:t>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6720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Agenda</a:t>
            </a:r>
            <a:endParaRPr/>
          </a:p>
        </p:txBody>
      </p:sp>
      <p:sp>
        <p:nvSpPr>
          <p:cNvPr id="583958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b="1"/>
              <a:t>Introducing the course</a:t>
            </a:r>
            <a:endParaRPr lang="en-GB"/>
          </a:p>
          <a:p>
            <a:pPr>
              <a:defRPr/>
            </a:pPr>
            <a:r>
              <a:rPr lang="en-GB"/>
              <a:t>Introducing visualization</a:t>
            </a:r>
          </a:p>
          <a:p>
            <a:pPr>
              <a:defRPr/>
            </a:pPr>
            <a:r>
              <a:rPr lang="en-GB"/>
              <a:t>Introducing SVG</a:t>
            </a:r>
          </a:p>
          <a:p>
            <a:pPr>
              <a:defRPr/>
            </a:pPr>
            <a:r>
              <a:rPr lang="en-GB"/>
              <a:t>Introducing D3.js</a:t>
            </a:r>
          </a:p>
          <a:p>
            <a:pPr>
              <a:defRPr/>
            </a:pPr>
            <a:endParaRPr/>
          </a:p>
        </p:txBody>
      </p:sp>
      <p:sp>
        <p:nvSpPr>
          <p:cNvPr id="20274839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D8792B4-2CFA-CB6B-C6C9-DF2F9CB771F6}" type="datetime1">
              <a:rPr lang="en-GB"/>
              <a:t>31/08/2026</a:t>
            </a:fld>
            <a:endParaRPr/>
          </a:p>
        </p:txBody>
      </p:sp>
      <p:sp>
        <p:nvSpPr>
          <p:cNvPr id="12099486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14273932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C2EFFBCA-BE6E-2A45-5017-195E519D9FE1}" type="slidenum">
              <a:rPr/>
              <a:t>4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1190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VIZ1</a:t>
            </a:r>
            <a:endParaRPr/>
          </a:p>
        </p:txBody>
      </p:sp>
      <p:sp>
        <p:nvSpPr>
          <p:cNvPr id="19587960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2 main topics:</a:t>
            </a:r>
          </a:p>
          <a:p>
            <a:pPr lvl="1">
              <a:defRPr/>
            </a:pPr>
            <a:r>
              <a:rPr lang="en-GB" dirty="0"/>
              <a:t>Designing visualizations based on data and use case</a:t>
            </a:r>
          </a:p>
          <a:p>
            <a:pPr lvl="1">
              <a:defRPr/>
            </a:pPr>
            <a:r>
              <a:rPr lang="en-GB" dirty="0"/>
              <a:t>Implementing the visualization</a:t>
            </a:r>
          </a:p>
          <a:p>
            <a:pPr>
              <a:defRPr/>
            </a:pPr>
            <a:r>
              <a:rPr lang="en-GB" dirty="0"/>
              <a:t>Teaching elements</a:t>
            </a:r>
          </a:p>
          <a:p>
            <a:pPr lvl="1">
              <a:defRPr/>
            </a:pPr>
            <a:r>
              <a:rPr lang="en-GB" dirty="0"/>
              <a:t>Theory</a:t>
            </a:r>
          </a:p>
          <a:p>
            <a:pPr lvl="1">
              <a:defRPr/>
            </a:pPr>
            <a:r>
              <a:rPr lang="en-GB" dirty="0"/>
              <a:t>Exercises</a:t>
            </a:r>
          </a:p>
          <a:p>
            <a:pPr lvl="1">
              <a:defRPr/>
            </a:pPr>
            <a:r>
              <a:rPr lang="en-GB" dirty="0"/>
              <a:t>Hand-ins</a:t>
            </a:r>
          </a:p>
          <a:p>
            <a:pPr>
              <a:defRPr/>
            </a:pPr>
            <a:r>
              <a:rPr lang="en-GB" dirty="0"/>
              <a:t>Sources</a:t>
            </a:r>
          </a:p>
          <a:p>
            <a:pPr lvl="1">
              <a:defRPr/>
            </a:pPr>
            <a:r>
              <a:rPr lang="en-GB" dirty="0"/>
              <a:t>Tamara </a:t>
            </a:r>
            <a:r>
              <a:rPr lang="en-GB" dirty="0" err="1"/>
              <a:t>Munzner</a:t>
            </a:r>
            <a:r>
              <a:rPr lang="en-GB" dirty="0"/>
              <a:t>: "Visualization - Analysis &amp; Design"</a:t>
            </a:r>
          </a:p>
          <a:p>
            <a:pPr lvl="1">
              <a:defRPr/>
            </a:pPr>
            <a:r>
              <a:rPr lang="en-GB" dirty="0"/>
              <a:t>Online resources (mostly for D3.js)</a:t>
            </a:r>
            <a:endParaRPr dirty="0"/>
          </a:p>
        </p:txBody>
      </p:sp>
      <p:sp>
        <p:nvSpPr>
          <p:cNvPr id="17800101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B8FB10-7F08-CB51-320C-649AD1CEC3D0}" type="datetime1">
              <a:rPr lang="en-GB"/>
              <a:t>31/08/2026</a:t>
            </a:fld>
            <a:endParaRPr/>
          </a:p>
        </p:txBody>
      </p:sp>
      <p:sp>
        <p:nvSpPr>
          <p:cNvPr id="7383116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373251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EC1DF01-342E-21D4-EA82-1C4E49C0E263}" type="slidenum">
              <a:rPr/>
              <a:t>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9AF9B-B83B-8B5A-0603-A1028ED1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formalities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C5E8-01BD-1704-10F2-AFD635CB4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3 hand-ins (mandatory)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Implementing non-interactive visualizations in D3.js</a:t>
            </a:r>
            <a:br>
              <a:rPr lang="en-GB" dirty="0"/>
            </a:br>
            <a:r>
              <a:rPr lang="en-GB" u="sng" dirty="0"/>
              <a:t>Start</a:t>
            </a:r>
            <a:r>
              <a:rPr lang="en-GB" dirty="0"/>
              <a:t>: next week</a:t>
            </a:r>
            <a:br>
              <a:rPr lang="en-GB" dirty="0"/>
            </a:br>
            <a:r>
              <a:rPr lang="en-GB" u="sng" dirty="0"/>
              <a:t>Hand-in</a:t>
            </a:r>
            <a:r>
              <a:rPr lang="en-GB" dirty="0"/>
              <a:t>: 27 September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Implementing interactive visualizations in D3.js and React</a:t>
            </a:r>
            <a:br>
              <a:rPr lang="en-GB" dirty="0"/>
            </a:br>
            <a:r>
              <a:rPr lang="en-GB" u="sng" dirty="0"/>
              <a:t>Start</a:t>
            </a:r>
            <a:r>
              <a:rPr lang="en-GB" dirty="0"/>
              <a:t>: 28 September</a:t>
            </a:r>
            <a:br>
              <a:rPr lang="en-GB" dirty="0"/>
            </a:br>
            <a:r>
              <a:rPr lang="en-GB" u="sng" dirty="0"/>
              <a:t>Hand-in:</a:t>
            </a:r>
            <a:r>
              <a:rPr lang="en-GB" dirty="0"/>
              <a:t> 25 October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Analyse, design and implement your own visualizations in D3.js and React</a:t>
            </a:r>
            <a:br>
              <a:rPr lang="en-GB" dirty="0"/>
            </a:br>
            <a:r>
              <a:rPr lang="en-GB" u="sng" dirty="0"/>
              <a:t>Start:</a:t>
            </a:r>
            <a:r>
              <a:rPr lang="en-GB" dirty="0"/>
              <a:t> 26 October</a:t>
            </a:r>
            <a:br>
              <a:rPr lang="en-GB" dirty="0"/>
            </a:br>
            <a:r>
              <a:rPr lang="en-GB" u="sng" dirty="0"/>
              <a:t>Presentation:</a:t>
            </a:r>
            <a:r>
              <a:rPr lang="en-GB" dirty="0"/>
              <a:t> 23 November</a:t>
            </a:r>
          </a:p>
          <a:p>
            <a:r>
              <a:rPr lang="en-GB" dirty="0"/>
              <a:t>Exam is oral based on one of the hand-ins (MAL1 style)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9F648-EB22-A457-1875-A3DFE83C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73FE3-65B6-9845-B7C3-4A1648D79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0FD77-9A26-341F-24FB-A789C3D07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527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8512-3F8F-FF50-05E8-078F8D1E5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33BFB-DDFB-6C6E-B001-3C9A5A53E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recommended use of GAI in this course is for reviewing your work only</a:t>
            </a:r>
          </a:p>
          <a:p>
            <a:r>
              <a:rPr lang="en-GB" dirty="0"/>
              <a:t>To actually learn visualization, you will need to</a:t>
            </a:r>
          </a:p>
          <a:p>
            <a:pPr lvl="1"/>
            <a:r>
              <a:rPr lang="en-GB" dirty="0"/>
              <a:t>Get your own ideas</a:t>
            </a:r>
          </a:p>
          <a:p>
            <a:pPr lvl="1"/>
            <a:r>
              <a:rPr lang="en-GB" dirty="0"/>
              <a:t>Evaluate designs</a:t>
            </a:r>
          </a:p>
          <a:p>
            <a:pPr lvl="1"/>
            <a:r>
              <a:rPr lang="en-GB" dirty="0"/>
              <a:t>Fiddle with the code to get the output just right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EF2F-6E80-CA4B-52FB-4FFD4508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B86F-9E11-9027-CBC8-03185EB0A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21A0B-F417-151C-1A19-2C7A450D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4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46A7989-12BB-87F7-2E80-3EF2FA9ACE9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607024" name="Title 1">
            <a:extLst>
              <a:ext uri="{FF2B5EF4-FFF2-40B4-BE49-F238E27FC236}">
                <a16:creationId xmlns:a16="http://schemas.microsoft.com/office/drawing/2014/main" id="{C0F513F7-94B6-1068-1830-00E286AF628A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Agenda</a:t>
            </a:r>
            <a:endParaRPr/>
          </a:p>
        </p:txBody>
      </p:sp>
      <p:sp>
        <p:nvSpPr>
          <p:cNvPr id="25445929" name="Content Placeholder 2">
            <a:extLst>
              <a:ext uri="{FF2B5EF4-FFF2-40B4-BE49-F238E27FC236}">
                <a16:creationId xmlns:a16="http://schemas.microsoft.com/office/drawing/2014/main" id="{FAF94365-27B9-F5C1-2F00-C7F15DC232B5}"/>
              </a:ext>
            </a:extLst>
          </p:cNvPr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Introducing the course</a:t>
            </a:r>
          </a:p>
          <a:p>
            <a:pPr>
              <a:defRPr/>
            </a:pPr>
            <a:r>
              <a:rPr lang="en-GB" b="1" dirty="0"/>
              <a:t>Introducing visualization</a:t>
            </a:r>
          </a:p>
          <a:p>
            <a:pPr>
              <a:defRPr/>
            </a:pPr>
            <a:r>
              <a:rPr lang="en-GB" dirty="0"/>
              <a:t>Introducing SVG</a:t>
            </a:r>
          </a:p>
          <a:p>
            <a:pPr>
              <a:defRPr/>
            </a:pPr>
            <a:r>
              <a:rPr lang="en-GB" dirty="0"/>
              <a:t>Introducing D3.js</a:t>
            </a:r>
          </a:p>
          <a:p>
            <a:pPr>
              <a:defRPr/>
            </a:pPr>
            <a:endParaRPr dirty="0"/>
          </a:p>
        </p:txBody>
      </p:sp>
      <p:sp>
        <p:nvSpPr>
          <p:cNvPr id="1994105014" name="Date Placeholder 3">
            <a:extLst>
              <a:ext uri="{FF2B5EF4-FFF2-40B4-BE49-F238E27FC236}">
                <a16:creationId xmlns:a16="http://schemas.microsoft.com/office/drawing/2014/main" id="{7246CB62-93D5-702A-EF22-AD428EC5485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F422C1-D764-C2AC-CB08-59CA3096A256}" type="datetime1">
              <a:rPr lang="en-GB"/>
              <a:t>31/08/2026</a:t>
            </a:fld>
            <a:endParaRPr/>
          </a:p>
        </p:txBody>
      </p:sp>
      <p:sp>
        <p:nvSpPr>
          <p:cNvPr id="1220228872" name="Footer Placeholder 4">
            <a:extLst>
              <a:ext uri="{FF2B5EF4-FFF2-40B4-BE49-F238E27FC236}">
                <a16:creationId xmlns:a16="http://schemas.microsoft.com/office/drawing/2014/main" id="{571E2243-E4A0-2B99-6D94-B8D5F7AF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021397032" name="Slide Number Placeholder 5">
            <a:extLst>
              <a:ext uri="{FF2B5EF4-FFF2-40B4-BE49-F238E27FC236}">
                <a16:creationId xmlns:a16="http://schemas.microsoft.com/office/drawing/2014/main" id="{E30D85D0-816C-3694-5F58-C1472129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37A9D3D-4374-C22F-D215-37B1D80FB6C8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749993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A2E6-0D1B-2B5A-34C2-C4CBBB50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what, the why, and the how (</a:t>
            </a:r>
            <a:r>
              <a:rPr lang="en-GB" dirty="0" err="1"/>
              <a:t>Munzner</a:t>
            </a:r>
            <a:r>
              <a:rPr lang="en-GB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D030-EFF6-7DDB-D494-964DB00C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8E7D2-3EF9-C7A8-D70C-E6823409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92CF7-9FF8-EA5C-1138-653009E4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9</a:t>
            </a:fld>
            <a:endParaRPr lang="en-GB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1FAF2A4-8BF6-E92C-D0DF-3CC06A47A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20888" y="1690688"/>
            <a:ext cx="4550224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01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C657-CF65-0C30-9A66-681A35ABA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A083-7E8A-AAA3-2976-7E8F908F2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what, the why, and the how (</a:t>
            </a:r>
            <a:r>
              <a:rPr lang="en-GB" dirty="0" err="1"/>
              <a:t>Munzner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31287-6CA7-D725-DDD2-5E6A4B783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what - data</a:t>
            </a:r>
          </a:p>
          <a:p>
            <a:pPr lvl="1"/>
            <a:r>
              <a:rPr lang="en-GB" dirty="0"/>
              <a:t>The types of data</a:t>
            </a:r>
          </a:p>
          <a:p>
            <a:pPr lvl="1"/>
            <a:r>
              <a:rPr lang="en-GB" dirty="0"/>
              <a:t>The semantics of data</a:t>
            </a:r>
          </a:p>
          <a:p>
            <a:r>
              <a:rPr lang="en-GB" dirty="0"/>
              <a:t>The why - purpose</a:t>
            </a:r>
          </a:p>
          <a:p>
            <a:pPr lvl="1"/>
            <a:r>
              <a:rPr lang="en-GB" dirty="0"/>
              <a:t>The intended actions</a:t>
            </a:r>
          </a:p>
          <a:p>
            <a:pPr lvl="1"/>
            <a:r>
              <a:rPr lang="en-GB" dirty="0"/>
              <a:t>The intended targets</a:t>
            </a:r>
          </a:p>
          <a:p>
            <a:r>
              <a:rPr lang="en-GB" dirty="0"/>
              <a:t>The how - visualizations</a:t>
            </a:r>
          </a:p>
          <a:p>
            <a:pPr lvl="1"/>
            <a:r>
              <a:rPr lang="en-GB" dirty="0"/>
              <a:t>Marks</a:t>
            </a:r>
          </a:p>
          <a:p>
            <a:pPr lvl="1"/>
            <a:r>
              <a:rPr lang="en-GB" dirty="0"/>
              <a:t>Channels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94176-1874-D0F3-7439-5A6B7C33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14C1-B57D-F295-9259-F791623E4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BD5DC-435A-2EEE-110E-B4D20EAAF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1284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E63D-B6F8-434F-74B6-E9C2A6F2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Marks and Channels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6AB1-3D05-3973-F59B-8600A174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Marks -  the base shapes</a:t>
            </a:r>
          </a:p>
          <a:p>
            <a:pPr lvl="1"/>
            <a:r>
              <a:rPr lang="en-GB" dirty="0"/>
              <a:t>0D: points</a:t>
            </a:r>
          </a:p>
          <a:p>
            <a:pPr lvl="1"/>
            <a:r>
              <a:rPr lang="en-GB" dirty="0"/>
              <a:t>1D: lines</a:t>
            </a:r>
          </a:p>
          <a:p>
            <a:pPr lvl="1"/>
            <a:r>
              <a:rPr lang="en-GB" dirty="0"/>
              <a:t>2D: areas</a:t>
            </a:r>
          </a:p>
          <a:p>
            <a:pPr lvl="1"/>
            <a:r>
              <a:rPr lang="en-GB" dirty="0"/>
              <a:t>3D: volumes (rarely)</a:t>
            </a:r>
          </a:p>
          <a:p>
            <a:r>
              <a:rPr lang="en-GB" dirty="0"/>
              <a:t>Channels - how the shapes are presented</a:t>
            </a:r>
          </a:p>
          <a:p>
            <a:pPr lvl="1"/>
            <a:r>
              <a:rPr lang="en-GB" dirty="0"/>
              <a:t>position</a:t>
            </a:r>
          </a:p>
          <a:p>
            <a:pPr lvl="1"/>
            <a:r>
              <a:rPr lang="en-GB" dirty="0"/>
              <a:t>size</a:t>
            </a:r>
          </a:p>
          <a:p>
            <a:pPr lvl="1"/>
            <a:r>
              <a:rPr lang="en-GB" dirty="0"/>
              <a:t>colour</a:t>
            </a:r>
          </a:p>
          <a:p>
            <a:pPr lvl="1"/>
            <a:r>
              <a:rPr lang="en-GB" dirty="0"/>
              <a:t>shape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4FB71-C787-BDB4-A7FC-B89A9A78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13F5-28DC-8DF5-2F35-A6790E51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8295-02EB-9475-61E3-E53CF7A2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8154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C99FCD-5288-F6EA-6C8D-8A6D5F4A3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Blood pressure of hospital patients by day (reconstructed)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9D445E7-E1BE-AD14-44B6-F4177796B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62744" y="1825625"/>
            <a:ext cx="6066512" cy="43513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7E2E0-E5F8-5A5C-1C64-5BDB0E397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AEC40-AE17-16D7-B54B-C3FEE991A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BD316-A1F0-7099-A368-6538B137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0008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93FA3-4023-030F-559F-28B4B9A70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continued: Number of patients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D4BB7E8-55A6-E578-F5C4-D992AED9A1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166965" y="1825625"/>
            <a:ext cx="5858069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F0A086-0C27-2436-CAD6-920A05DE5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13641-1EB3-2F0D-EE97-9CE92AEBD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AA8915-A956-6BD4-B6EE-68E4504F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639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06709-BFC2-B7BE-BBE4-FB37EA07F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continued: Filtering only overnight patients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D6B8400-EA8E-ED72-2C64-1FBA92F16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87667" y="1825625"/>
            <a:ext cx="6016665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27B869-E15B-94F3-DC74-4EE278B7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927CC-6FE3-1203-B8B3-F13F1E28F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99EA-440E-2975-7C7C-AFAA8B5CF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8470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674AA-EFE1-DDD4-3CA4-5CE4B6709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continued: 4 channels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00C091-AF92-EF99-8F83-BB7ADF74A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033434" y="1815793"/>
            <a:ext cx="6125131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02E84A-C94B-AA7B-4A89-6FFA50B5C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FF3EF-9FC4-F9C6-8FFC-F3D38C6C7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837290-60E6-2463-6B65-1F09211BC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155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F8080CE-6C4E-47E0-ECAA-5843F4A5037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607024" name="Title 1">
            <a:extLst>
              <a:ext uri="{FF2B5EF4-FFF2-40B4-BE49-F238E27FC236}">
                <a16:creationId xmlns:a16="http://schemas.microsoft.com/office/drawing/2014/main" id="{51A0A01B-0747-E40A-9D15-BAC7C8F23531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Agenda</a:t>
            </a:r>
            <a:endParaRPr/>
          </a:p>
        </p:txBody>
      </p:sp>
      <p:sp>
        <p:nvSpPr>
          <p:cNvPr id="25445929" name="Content Placeholder 2">
            <a:extLst>
              <a:ext uri="{FF2B5EF4-FFF2-40B4-BE49-F238E27FC236}">
                <a16:creationId xmlns:a16="http://schemas.microsoft.com/office/drawing/2014/main" id="{56ADCF31-77AB-80B1-0CE9-55EF03CBDFC8}"/>
              </a:ext>
            </a:extLst>
          </p:cNvPr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Introducing the course</a:t>
            </a:r>
          </a:p>
          <a:p>
            <a:pPr>
              <a:defRPr/>
            </a:pPr>
            <a:r>
              <a:rPr lang="en-GB" dirty="0"/>
              <a:t>Introducing visualization</a:t>
            </a:r>
          </a:p>
          <a:p>
            <a:pPr>
              <a:defRPr/>
            </a:pPr>
            <a:r>
              <a:rPr lang="en-GB" b="1" dirty="0"/>
              <a:t>Introducing SVG</a:t>
            </a:r>
          </a:p>
          <a:p>
            <a:pPr>
              <a:defRPr/>
            </a:pPr>
            <a:r>
              <a:rPr lang="en-GB" dirty="0"/>
              <a:t>Introducing D3.js</a:t>
            </a:r>
          </a:p>
          <a:p>
            <a:pPr>
              <a:defRPr/>
            </a:pPr>
            <a:endParaRPr dirty="0"/>
          </a:p>
        </p:txBody>
      </p:sp>
      <p:sp>
        <p:nvSpPr>
          <p:cNvPr id="1994105014" name="Date Placeholder 3">
            <a:extLst>
              <a:ext uri="{FF2B5EF4-FFF2-40B4-BE49-F238E27FC236}">
                <a16:creationId xmlns:a16="http://schemas.microsoft.com/office/drawing/2014/main" id="{8405FA09-8198-A54C-2D6C-DBB0B968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F422C1-D764-C2AC-CB08-59CA3096A256}" type="datetime1">
              <a:rPr lang="en-GB"/>
              <a:t>31/08/2026</a:t>
            </a:fld>
            <a:endParaRPr/>
          </a:p>
        </p:txBody>
      </p:sp>
      <p:sp>
        <p:nvSpPr>
          <p:cNvPr id="1220228872" name="Footer Placeholder 4">
            <a:extLst>
              <a:ext uri="{FF2B5EF4-FFF2-40B4-BE49-F238E27FC236}">
                <a16:creationId xmlns:a16="http://schemas.microsoft.com/office/drawing/2014/main" id="{8A2D7476-D0BB-6CC6-6AEA-40A7D9827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021397032" name="Slide Number Placeholder 5">
            <a:extLst>
              <a:ext uri="{FF2B5EF4-FFF2-40B4-BE49-F238E27FC236}">
                <a16:creationId xmlns:a16="http://schemas.microsoft.com/office/drawing/2014/main" id="{9BAA4458-2654-0B85-63ED-5701C25F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37A9D3D-4374-C22F-D215-37B1D80FB6C8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4810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1005-13AE-4E3B-C5D5-FDBBBACC8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Scalable Vector Graphics (SVG)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1116D-6016-A8D3-1B13-538200127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it?</a:t>
            </a:r>
          </a:p>
          <a:p>
            <a:pPr lvl="1"/>
            <a:r>
              <a:rPr lang="en-GB" dirty="0"/>
              <a:t>Has points, directions, … instead of pixels</a:t>
            </a:r>
          </a:p>
          <a:p>
            <a:pPr lvl="1"/>
            <a:r>
              <a:rPr lang="en-GB" dirty="0"/>
              <a:t>Vectors</a:t>
            </a:r>
          </a:p>
          <a:p>
            <a:pPr lvl="1"/>
            <a:r>
              <a:rPr lang="en-GB" dirty="0"/>
              <a:t>Paths</a:t>
            </a:r>
          </a:p>
          <a:p>
            <a:pPr lvl="1"/>
            <a:r>
              <a:rPr lang="en-GB" dirty="0"/>
              <a:t>Doesn't depend on resolution - scalable</a:t>
            </a:r>
          </a:p>
          <a:p>
            <a:pPr lvl="1"/>
            <a:r>
              <a:rPr lang="en-GB" dirty="0"/>
              <a:t>Shapes</a:t>
            </a:r>
          </a:p>
          <a:p>
            <a:pPr lvl="1"/>
            <a:r>
              <a:rPr lang="en-GB" dirty="0"/>
              <a:t>Text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F5100-0E58-5EDF-553C-5A8932502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6FC41-6096-EA70-9E88-A9623C3CC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04980-9360-052F-5419-8F85C4EE2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029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044F-81FF-22D0-FD1F-60E4355E9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6ACAA-5AE4-B597-9786-5F7C549F6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Scalable Vector Graphics (SVG)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239EDD7-0857-DCB1-9B9C-6E4B31C6E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Why/when to use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F189F-B6FF-F7A7-0E7F-31A073F11B6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Doesn't depend on resolution</a:t>
            </a:r>
          </a:p>
          <a:p>
            <a:r>
              <a:rPr lang="en-GB" dirty="0"/>
              <a:t>Scalable</a:t>
            </a:r>
          </a:p>
          <a:p>
            <a:r>
              <a:rPr lang="en-GB" dirty="0"/>
              <a:t>Icons - Simple</a:t>
            </a:r>
          </a:p>
          <a:p>
            <a:r>
              <a:rPr lang="en-GB" dirty="0"/>
              <a:t>Illustrations</a:t>
            </a:r>
          </a:p>
          <a:p>
            <a:r>
              <a:rPr lang="en-GB" dirty="0"/>
              <a:t>Diagrams</a:t>
            </a:r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3577430-1CF9-844B-CFAA-47ABA08A4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Why/when not to use it?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ED7F9A-7B5D-55CE-EF92-BAF6113CB52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Photographs</a:t>
            </a:r>
          </a:p>
          <a:p>
            <a:pPr lvl="1"/>
            <a:r>
              <a:rPr lang="en-GB" dirty="0"/>
              <a:t>Lose information</a:t>
            </a:r>
          </a:p>
          <a:p>
            <a:pPr lvl="1"/>
            <a:r>
              <a:rPr lang="en-GB" dirty="0"/>
              <a:t>Bigger files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4FEF0-20F1-DF04-3348-7DBF287F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A6EA8-A5B4-CF2B-027D-3B321212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004BF-709D-6AA1-2B19-FDA67BB5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9151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7522471-D9E4-8A9D-CC8F-876C5A340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517E5-1422-4E05-2957-09B7EB18B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46DC4-28AD-4138-B93F-56B62008EDF1}" type="datetime1">
              <a:rPr lang="en-GB" smtClean="0"/>
              <a:t>31/08/2026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F95CEB-1301-C58C-8287-F7417A18C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137DCD-B151-7277-EC07-29C79CEFF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19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1905AD-E4E9-1F81-CF19-4124FFBB1D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&lt;line </a:t>
            </a:r>
          </a:p>
          <a:p>
            <a:r>
              <a:rPr lang="en-GB" dirty="0"/>
              <a:t>  x1="100" y1="500" x2="700" y2="500" </a:t>
            </a:r>
          </a:p>
          <a:p>
            <a:r>
              <a:rPr lang="en-GB" dirty="0"/>
              <a:t>  stroke="black" stroke-width="2"/&gt;</a:t>
            </a:r>
          </a:p>
          <a:p>
            <a:endParaRPr lang="en-GB" dirty="0"/>
          </a:p>
          <a:p>
            <a:r>
              <a:rPr lang="en-GB" dirty="0"/>
              <a:t>&lt;path </a:t>
            </a:r>
          </a:p>
          <a:p>
            <a:r>
              <a:rPr lang="en-GB" dirty="0"/>
              <a:t>  d="M 90 110 l 10 -10 l 10 10" </a:t>
            </a:r>
          </a:p>
          <a:p>
            <a:r>
              <a:rPr lang="en-GB" dirty="0"/>
              <a:t>  fill="none" stroke="black" stroke-width="2"/&gt;</a:t>
            </a:r>
          </a:p>
          <a:p>
            <a:endParaRPr lang="en-GB" dirty="0"/>
          </a:p>
          <a:p>
            <a:r>
              <a:rPr lang="en-GB" dirty="0"/>
              <a:t>&lt;text x="590" y="525" font-size="16"&gt;</a:t>
            </a:r>
          </a:p>
          <a:p>
            <a:r>
              <a:rPr lang="en-GB" dirty="0"/>
              <a:t>  Systolic Pressure</a:t>
            </a:r>
          </a:p>
          <a:p>
            <a:r>
              <a:rPr lang="en-GB" dirty="0"/>
              <a:t>&lt;/text&gt;</a:t>
            </a:r>
          </a:p>
          <a:p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1A46905-A188-11DC-B6D7-320265D2AA87}"/>
                  </a:ext>
                </a:extLst>
              </p14:cNvPr>
              <p14:cNvContentPartPr/>
              <p14:nvPr/>
            </p14:nvContentPartPr>
            <p14:xfrm>
              <a:off x="1792440" y="1620720"/>
              <a:ext cx="10348920" cy="3353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1A46905-A188-11DC-B6D7-320265D2AA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3080" y="1611360"/>
                <a:ext cx="10367640" cy="337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65253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237CA-A30C-8125-E29F-180AE4948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latin typeface="Consolas" panose="020B0609020204030204" pitchFamily="49" charset="0"/>
              </a:rPr>
              <a:t>&lt;</a:t>
            </a:r>
            <a:r>
              <a:rPr lang="en-GB" dirty="0" err="1">
                <a:latin typeface="Consolas" panose="020B0609020204030204" pitchFamily="49" charset="0"/>
              </a:rPr>
              <a:t>svg</a:t>
            </a:r>
            <a:r>
              <a:rPr lang="en-GB" dirty="0">
                <a:latin typeface="Consolas" panose="020B0609020204030204" pitchFamily="49" charset="0"/>
              </a:rPr>
              <a:t>&gt;</a:t>
            </a:r>
            <a:r>
              <a:rPr lang="en-GB" dirty="0"/>
              <a:t> element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7CF0587-391E-254D-5D3F-988C1A41D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>
                <a:latin typeface="Consolas" panose="020B0609020204030204" pitchFamily="49" charset="0"/>
              </a:rPr>
              <a:t>&lt;</a:t>
            </a:r>
            <a:r>
              <a:rPr lang="en-GB" sz="2400" dirty="0" err="1">
                <a:latin typeface="Consolas" panose="020B0609020204030204" pitchFamily="49" charset="0"/>
              </a:rPr>
              <a:t>svg</a:t>
            </a:r>
            <a:r>
              <a:rPr lang="en-GB" sz="2400" dirty="0">
                <a:latin typeface="Consolas" panose="020B0609020204030204" pitchFamily="49" charset="0"/>
              </a:rPr>
              <a:t> width="800" height="600" </a:t>
            </a:r>
            <a:r>
              <a:rPr lang="en-GB" sz="2400" dirty="0" err="1">
                <a:latin typeface="Consolas" panose="020B0609020204030204" pitchFamily="49" charset="0"/>
              </a:rPr>
              <a:t>viewBox</a:t>
            </a:r>
            <a:r>
              <a:rPr lang="en-GB" sz="2400" dirty="0">
                <a:latin typeface="Consolas" panose="020B0609020204030204" pitchFamily="49" charset="0"/>
              </a:rPr>
              <a:t>="0 0 800 600"&gt;</a:t>
            </a:r>
            <a:endParaRPr lang="en-GB" dirty="0">
              <a:latin typeface="Consolas" panose="020B0609020204030204" pitchFamily="49" charset="0"/>
            </a:endParaRPr>
          </a:p>
          <a:p>
            <a:r>
              <a:rPr lang="en-GB" sz="2400" dirty="0">
                <a:latin typeface="Consolas" panose="020B0609020204030204" pitchFamily="49" charset="0"/>
              </a:rPr>
              <a:t>width, height</a:t>
            </a:r>
            <a:r>
              <a:rPr lang="en-GB" dirty="0"/>
              <a:t>: The absolute width and height on the page</a:t>
            </a:r>
          </a:p>
          <a:p>
            <a:pPr lvl="1"/>
            <a:r>
              <a:rPr lang="en-GB" dirty="0"/>
              <a:t>Absolute sizes are usually not recommended - unresponsive</a:t>
            </a:r>
          </a:p>
          <a:p>
            <a:r>
              <a:rPr lang="en-GB" sz="2400" dirty="0" err="1">
                <a:latin typeface="Consolas" panose="020B0609020204030204" pitchFamily="49" charset="0"/>
              </a:rPr>
              <a:t>viewBox</a:t>
            </a:r>
            <a:r>
              <a:rPr lang="en-GB" dirty="0"/>
              <a:t>: The internal coordinates of the </a:t>
            </a:r>
            <a:r>
              <a:rPr lang="en-GB" dirty="0" err="1"/>
              <a:t>svg</a:t>
            </a:r>
            <a:r>
              <a:rPr lang="en-GB" dirty="0"/>
              <a:t> area</a:t>
            </a:r>
          </a:p>
          <a:p>
            <a:pPr lvl="1"/>
            <a:r>
              <a:rPr lang="en-GB" dirty="0"/>
              <a:t>All coordinates and sizes are relative to the view box</a:t>
            </a:r>
          </a:p>
          <a:p>
            <a:pPr lvl="1"/>
            <a:r>
              <a:rPr lang="en-GB" i="1" dirty="0"/>
              <a:t>Highly </a:t>
            </a:r>
            <a:r>
              <a:rPr lang="en-GB" dirty="0"/>
              <a:t>recommended for responsiveness</a:t>
            </a:r>
            <a:endParaRPr lang="en-GB" i="1" dirty="0"/>
          </a:p>
          <a:p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C938A5-AA1B-AF90-DE69-BD3995B0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397D40-86F3-6EF0-5790-655487AF2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C5424-9EF4-0189-15A2-CBF0C241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2758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8A0D3-4428-F7F4-36F1-9499A11B6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Grouping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98B67-70DF-5F0D-F946-9567B0710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>
                <a:latin typeface="Consolas" panose="020B0609020204030204" pitchFamily="49" charset="0"/>
              </a:rPr>
              <a:t>&lt;g&gt;…&lt;/g&gt;</a:t>
            </a:r>
            <a:r>
              <a:rPr lang="en-GB" dirty="0"/>
              <a:t> forms a </a:t>
            </a:r>
            <a:r>
              <a:rPr lang="en-GB" i="1" dirty="0"/>
              <a:t>group</a:t>
            </a:r>
            <a:r>
              <a:rPr lang="en-GB" dirty="0"/>
              <a:t> of elements</a:t>
            </a:r>
          </a:p>
          <a:p>
            <a:r>
              <a:rPr lang="en-GB" dirty="0"/>
              <a:t>It's the </a:t>
            </a:r>
            <a:r>
              <a:rPr lang="en-GB" dirty="0">
                <a:latin typeface="Consolas" panose="020B0609020204030204" pitchFamily="49" charset="0"/>
              </a:rPr>
              <a:t>&lt;div&gt;</a:t>
            </a:r>
            <a:r>
              <a:rPr lang="en-GB" dirty="0"/>
              <a:t> of SVG</a:t>
            </a:r>
          </a:p>
          <a:p>
            <a:r>
              <a:rPr lang="en-GB" dirty="0"/>
              <a:t>The elements of the group inherits the properties of the &lt;g&gt;</a:t>
            </a:r>
          </a:p>
          <a:p>
            <a:r>
              <a:rPr lang="en-GB" dirty="0"/>
              <a:t>You can </a:t>
            </a:r>
            <a:r>
              <a:rPr lang="en-GB" i="1" dirty="0"/>
              <a:t>transform </a:t>
            </a:r>
            <a:r>
              <a:rPr lang="en-GB" dirty="0"/>
              <a:t>a group of elements together</a:t>
            </a:r>
          </a:p>
          <a:p>
            <a:r>
              <a:rPr lang="en-GB" dirty="0"/>
              <a:t>Transform:</a:t>
            </a:r>
          </a:p>
          <a:p>
            <a:pPr lvl="1"/>
            <a:r>
              <a:rPr lang="en-GB" dirty="0"/>
              <a:t>Translate</a:t>
            </a:r>
          </a:p>
          <a:p>
            <a:pPr lvl="1"/>
            <a:r>
              <a:rPr lang="en-GB" dirty="0"/>
              <a:t>Rotate</a:t>
            </a:r>
          </a:p>
          <a:p>
            <a:pPr lvl="1"/>
            <a:r>
              <a:rPr lang="en-GB" dirty="0"/>
              <a:t>Scale</a:t>
            </a:r>
          </a:p>
          <a:p>
            <a:pPr lvl="1"/>
            <a:r>
              <a:rPr lang="en-GB" dirty="0"/>
              <a:t>Skew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>
                <a:latin typeface="Consolas" panose="020B0609020204030204" pitchFamily="49" charset="0"/>
              </a:rPr>
              <a:t>&lt;g transform="translate(0, 500)"&gt;…&lt;/g&gt;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F3BDE-E374-2E31-7C91-E75C6BB17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425B2-1A4C-1D06-C529-43A9FBDFF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CA3AD-52BF-41E2-2D5E-0B4DF2161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50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52E93-1BE0-1184-CB9A-6C4395174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Cubic Bezier Curves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8BBD47-3806-D0AD-7377-D3F0DC46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8F46DC4-28AD-4138-B93F-56B62008EDF1}" type="datetime1">
              <a:rPr lang="en-GB" smtClean="0"/>
              <a:t>31/08/2026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5B43BA-8110-EC5A-CCBA-5D4981DFE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71AB7E-01BD-C984-DB06-08260DCA6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22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EFFD42A-A6C7-914B-FA7C-927AD643AE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&lt;path </a:t>
            </a:r>
          </a:p>
          <a:p>
            <a:r>
              <a:rPr lang="en-GB" dirty="0"/>
              <a:t>  d="M 200 100 C 350 100, 350 200, 500 200" </a:t>
            </a:r>
          </a:p>
          <a:p>
            <a:r>
              <a:rPr lang="en-GB" dirty="0"/>
              <a:t>  fill="none" stroke="black" stroke-width="2"/&gt;</a:t>
            </a:r>
          </a:p>
          <a:p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40013E-36BF-026C-5720-4031D78D3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366" y="3301584"/>
            <a:ext cx="7297168" cy="298174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487741-6822-4332-F0D8-1F1ACF0D5A8B}"/>
                  </a:ext>
                </a:extLst>
              </p14:cNvPr>
              <p14:cNvContentPartPr/>
              <p14:nvPr/>
            </p14:nvContentPartPr>
            <p14:xfrm>
              <a:off x="804960" y="1973520"/>
              <a:ext cx="10586880" cy="3928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487741-6822-4332-F0D8-1F1ACF0D5A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5600" y="1964160"/>
                <a:ext cx="10605600" cy="394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2583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AC83-D7CB-C487-A99E-D587772D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points (1)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A98BA97-91DC-9D1B-26B7-901E5EFE08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2942651"/>
            <a:ext cx="5181600" cy="2117285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234AF44-C988-0B9C-9C3D-BA07DB71E2D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6172200" y="2891900"/>
            <a:ext cx="5181600" cy="221878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D1925-7323-C2DB-E28F-62A3CCB4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E4F24-AEBC-B6E2-FF70-00E09A6F7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004D2-6DB9-3782-AC06-76FAC3E92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2437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28C5-3C14-F39C-5F90-16EB89383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497EB-2626-A317-E5DC-371B6D71C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points (2)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FA80AAE-A43C-B164-D481-11ABFEDECBD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2942651"/>
            <a:ext cx="5181600" cy="2117285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49E8A0F-3036-13A1-F596-675DB1A09B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6172200" y="2999063"/>
            <a:ext cx="5181600" cy="2004461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A06A6-3AFE-BC5E-B6DD-815295B48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2FF2D3-DCA2-D25B-42EB-E2D9612F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A5AE-1111-512E-7671-4828EAC6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4302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0C8C-9708-9A09-1D10-BAB6729D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DAD54-1FEA-D505-C216-6FCB18324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Control points (3)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FF32484-AE44-877F-4A51-25FAD674F9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838200" y="2942651"/>
            <a:ext cx="5181600" cy="2117285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7FB8F9-0A0B-38BC-567D-D383C118572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6172200" y="3154447"/>
            <a:ext cx="5181600" cy="169369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6BEDC-C1BC-88E4-DDFD-507546C9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31/08/2026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C19018-142B-D93E-DB1F-F07E43D62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D22C91-F0B9-A781-3FCB-58FFC2CEB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25</a:t>
            </a:fld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20AB86-A807-EED9-AB7C-35DF49B2428A}"/>
                  </a:ext>
                </a:extLst>
              </p14:cNvPr>
              <p14:cNvContentPartPr/>
              <p14:nvPr/>
            </p14:nvContentPartPr>
            <p14:xfrm>
              <a:off x="6239160" y="2094480"/>
              <a:ext cx="3531600" cy="126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20AB86-A807-EED9-AB7C-35DF49B242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29800" y="2085120"/>
                <a:ext cx="3550320" cy="127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9881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96D7-12D9-42C7-64B1-60502A23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Intuition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CCC084-AC2F-F394-A4D7-1BEC2592A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76911-33CC-BF41-9E46-65E60B77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99AD7-8529-28FF-F4B4-D77F27A2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26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7E5F65-A768-6ACA-6051-2C19EC825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205" y="2161824"/>
            <a:ext cx="7449590" cy="282932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0676881-3F3A-D73B-519B-56860247649A}"/>
                  </a:ext>
                </a:extLst>
              </p14:cNvPr>
              <p14:cNvContentPartPr/>
              <p14:nvPr/>
            </p14:nvContentPartPr>
            <p14:xfrm>
              <a:off x="2678760" y="1406160"/>
              <a:ext cx="7366680" cy="42534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0676881-3F3A-D73B-519B-56860247649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69400" y="1396800"/>
                <a:ext cx="7385400" cy="427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47624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9C2C-0276-1540-B385-4D66D497B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0F16EF-AFA4-45FA-14B1-5A855A7BD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971C1-D1FE-944F-5B74-D5A5AE4A2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58056-291A-3B3B-A30C-E5B5BC49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27</a:t>
            </a:fld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9FEA5AE-D9CF-E822-6A4D-E7D623B90E22}"/>
                  </a:ext>
                </a:extLst>
              </p14:cNvPr>
              <p14:cNvContentPartPr/>
              <p14:nvPr/>
            </p14:nvContentPartPr>
            <p14:xfrm>
              <a:off x="7905600" y="5094000"/>
              <a:ext cx="167040" cy="3808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9FEA5AE-D9CF-E822-6A4D-E7D623B90E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96240" y="5084640"/>
                <a:ext cx="185760" cy="39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8592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92BAB05-8F0E-D49A-E3AE-F14C151D6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and exercise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323AFE-8711-A49B-C49F-F1FCDDA3EB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Try to recreate the figure on the right using a single path</a:t>
            </a:r>
          </a:p>
          <a:p>
            <a:r>
              <a:rPr lang="en-GB" dirty="0"/>
              <a:t>It probably won't be exact</a:t>
            </a:r>
          </a:p>
          <a:p>
            <a:r>
              <a:rPr lang="en-GB" dirty="0"/>
              <a:t>I recommend VS code + Live Server plugin</a:t>
            </a:r>
          </a:p>
          <a:p>
            <a:r>
              <a:rPr lang="en-GB" dirty="0"/>
              <a:t>Hints:</a:t>
            </a:r>
          </a:p>
          <a:p>
            <a:pPr lvl="1"/>
            <a:r>
              <a:rPr lang="en-GB" dirty="0"/>
              <a:t>A path continues from where the previous section ended</a:t>
            </a:r>
          </a:p>
          <a:p>
            <a:pPr lvl="1"/>
            <a:r>
              <a:rPr lang="en-GB" dirty="0"/>
              <a:t>z closes the path</a:t>
            </a:r>
          </a:p>
          <a:p>
            <a:pPr lvl="1"/>
            <a:r>
              <a:rPr lang="en-GB" dirty="0"/>
              <a:t>It might be easier with relative coordinates (lower case c)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1508E2E-36E4-12CA-0DF8-0AB7CC6C8F9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819344" y="1825625"/>
            <a:ext cx="3887311" cy="43513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AD6993-4AF7-EDE8-F0C2-BABA1E86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EE1B2-B3D7-AC7A-6253-0FCE0460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0D1741-9D43-435A-DE74-A6F6C777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28</a:t>
            </a:fld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30F906-44D2-84EF-6CD3-916D091249A5}"/>
                  </a:ext>
                </a:extLst>
              </p14:cNvPr>
              <p14:cNvContentPartPr/>
              <p14:nvPr/>
            </p14:nvContentPartPr>
            <p14:xfrm>
              <a:off x="1865520" y="2493000"/>
              <a:ext cx="8913600" cy="36075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30F906-44D2-84EF-6CD3-916D091249A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56160" y="2483640"/>
                <a:ext cx="8932320" cy="362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14423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01DFDDE-320C-9D4A-EBB3-D5FF62185C4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607024" name="Title 1">
            <a:extLst>
              <a:ext uri="{FF2B5EF4-FFF2-40B4-BE49-F238E27FC236}">
                <a16:creationId xmlns:a16="http://schemas.microsoft.com/office/drawing/2014/main" id="{D82960C5-519D-012F-DB42-D25267350F84}"/>
              </a:ext>
            </a:extLst>
          </p:cNvPr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Agenda</a:t>
            </a:r>
            <a:endParaRPr/>
          </a:p>
        </p:txBody>
      </p:sp>
      <p:sp>
        <p:nvSpPr>
          <p:cNvPr id="25445929" name="Content Placeholder 2">
            <a:extLst>
              <a:ext uri="{FF2B5EF4-FFF2-40B4-BE49-F238E27FC236}">
                <a16:creationId xmlns:a16="http://schemas.microsoft.com/office/drawing/2014/main" id="{4542B9DB-C29F-1D8A-D953-F241A2AA6800}"/>
              </a:ext>
            </a:extLst>
          </p:cNvPr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Introducing the course</a:t>
            </a:r>
          </a:p>
          <a:p>
            <a:pPr>
              <a:defRPr/>
            </a:pPr>
            <a:r>
              <a:rPr lang="en-GB" dirty="0"/>
              <a:t>Introducing visualization</a:t>
            </a:r>
          </a:p>
          <a:p>
            <a:pPr>
              <a:defRPr/>
            </a:pPr>
            <a:r>
              <a:rPr lang="en-GB" dirty="0"/>
              <a:t>Introducing SVG</a:t>
            </a:r>
          </a:p>
          <a:p>
            <a:pPr>
              <a:defRPr/>
            </a:pPr>
            <a:r>
              <a:rPr lang="en-GB" b="1" dirty="0"/>
              <a:t>Introducing D3.js</a:t>
            </a:r>
          </a:p>
          <a:p>
            <a:pPr>
              <a:defRPr/>
            </a:pPr>
            <a:endParaRPr dirty="0"/>
          </a:p>
        </p:txBody>
      </p:sp>
      <p:sp>
        <p:nvSpPr>
          <p:cNvPr id="1994105014" name="Date Placeholder 3">
            <a:extLst>
              <a:ext uri="{FF2B5EF4-FFF2-40B4-BE49-F238E27FC236}">
                <a16:creationId xmlns:a16="http://schemas.microsoft.com/office/drawing/2014/main" id="{345AD503-7B26-7CD8-ACC9-F2E8856D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9F422C1-D764-C2AC-CB08-59CA3096A256}" type="datetime1">
              <a:rPr lang="en-GB"/>
              <a:t>31/08/2026</a:t>
            </a:fld>
            <a:endParaRPr/>
          </a:p>
        </p:txBody>
      </p:sp>
      <p:sp>
        <p:nvSpPr>
          <p:cNvPr id="1220228872" name="Footer Placeholder 4">
            <a:extLst>
              <a:ext uri="{FF2B5EF4-FFF2-40B4-BE49-F238E27FC236}">
                <a16:creationId xmlns:a16="http://schemas.microsoft.com/office/drawing/2014/main" id="{F2CF54AE-95EA-48C9-17FF-C8513C98F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2021397032" name="Slide Number Placeholder 5">
            <a:extLst>
              <a:ext uri="{FF2B5EF4-FFF2-40B4-BE49-F238E27FC236}">
                <a16:creationId xmlns:a16="http://schemas.microsoft.com/office/drawing/2014/main" id="{0D03CC0D-FA8E-9762-2566-89F576574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37A9D3D-4374-C22F-D215-37B1D80FB6C8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4545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6C79-E36D-BB39-F0FE-3E061688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D3.js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F7AF-8FF8-1429-DBCC-3C1ED9E56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library for</a:t>
            </a:r>
          </a:p>
          <a:p>
            <a:pPr lvl="1"/>
            <a:r>
              <a:rPr lang="en-GB" dirty="0"/>
              <a:t>creating data-driven visualizations</a:t>
            </a:r>
          </a:p>
          <a:p>
            <a:pPr lvl="1"/>
            <a:r>
              <a:rPr lang="en-GB" dirty="0"/>
              <a:t>updating data-driven visualizations</a:t>
            </a:r>
          </a:p>
          <a:p>
            <a:pPr lvl="1"/>
            <a:r>
              <a:rPr lang="en-GB" dirty="0"/>
              <a:t>animating data-driven visualizations</a:t>
            </a:r>
          </a:p>
          <a:p>
            <a:r>
              <a:rPr lang="en-GB" dirty="0"/>
              <a:t>Provides primitives for</a:t>
            </a:r>
          </a:p>
          <a:p>
            <a:pPr lvl="1"/>
            <a:r>
              <a:rPr lang="en-GB" dirty="0"/>
              <a:t>Simple SVG elements</a:t>
            </a:r>
          </a:p>
          <a:p>
            <a:pPr lvl="1"/>
            <a:r>
              <a:rPr lang="en-GB" dirty="0"/>
              <a:t>Complex groups of SVG elements (axis, diagrams, curves, trees)</a:t>
            </a:r>
          </a:p>
          <a:p>
            <a:pPr lvl="1"/>
            <a:r>
              <a:rPr lang="en-GB" dirty="0"/>
              <a:t>Data loading</a:t>
            </a:r>
          </a:p>
          <a:p>
            <a:pPr lvl="1"/>
            <a:r>
              <a:rPr lang="en-GB" dirty="0"/>
              <a:t>Data mapping to SVG</a:t>
            </a:r>
          </a:p>
          <a:p>
            <a:pPr lvl="1"/>
            <a:r>
              <a:rPr lang="en-GB" dirty="0"/>
              <a:t>Interaction </a:t>
            </a:r>
          </a:p>
          <a:p>
            <a:pPr lvl="1"/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6FB83-8EE6-4592-9DEA-5825E8819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2D6F9-09FA-ADBE-C21C-3FFD7C4E7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34E50-9411-D596-2E13-3C1AC8C3D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667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73C70-DB39-387A-86E2-ABB888F1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  <a:br>
              <a:rPr lang="en-GB" dirty="0"/>
            </a:br>
            <a:r>
              <a:rPr lang="en-GB" dirty="0"/>
              <a:t>(Fluent interface/method chaining/pipelining)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8ECF2B-62FE-F6C5-788E-27C5DBEA9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CE5A6-B39A-BF33-EA74-05E85690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29053D-A64D-C38C-6596-007D441FD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31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6D4808E-16B5-D48D-1F80-2B6CD3824A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svg</a:t>
            </a:r>
            <a:r>
              <a:rPr lang="en-GB" dirty="0"/>
              <a:t> = d3.select("</a:t>
            </a:r>
            <a:r>
              <a:rPr lang="en-GB" dirty="0" err="1"/>
              <a:t>svg</a:t>
            </a:r>
            <a:r>
              <a:rPr lang="en-GB" dirty="0"/>
              <a:t>")</a:t>
            </a:r>
          </a:p>
          <a:p>
            <a:r>
              <a:rPr lang="en-GB" dirty="0"/>
              <a:t>          </a:t>
            </a:r>
          </a:p>
          <a:p>
            <a:r>
              <a:rPr lang="en-GB" dirty="0" err="1"/>
              <a:t>svg.append</a:t>
            </a:r>
            <a:r>
              <a:rPr lang="en-GB" dirty="0"/>
              <a:t>("text")</a:t>
            </a:r>
          </a:p>
          <a:p>
            <a:r>
              <a:rPr lang="en-GB" dirty="0"/>
              <a:t>  .</a:t>
            </a:r>
            <a:r>
              <a:rPr lang="en-GB" dirty="0" err="1"/>
              <a:t>attr</a:t>
            </a:r>
            <a:r>
              <a:rPr lang="en-GB" dirty="0"/>
              <a:t>("x", 590)</a:t>
            </a:r>
          </a:p>
          <a:p>
            <a:r>
              <a:rPr lang="en-GB" dirty="0"/>
              <a:t>  .</a:t>
            </a:r>
            <a:r>
              <a:rPr lang="en-GB" dirty="0" err="1"/>
              <a:t>attr</a:t>
            </a:r>
            <a:r>
              <a:rPr lang="en-GB" dirty="0"/>
              <a:t>("y", 525)</a:t>
            </a:r>
          </a:p>
          <a:p>
            <a:r>
              <a:rPr lang="en-GB" dirty="0"/>
              <a:t>  .</a:t>
            </a:r>
            <a:r>
              <a:rPr lang="en-GB" dirty="0" err="1"/>
              <a:t>attr</a:t>
            </a:r>
            <a:r>
              <a:rPr lang="en-GB" dirty="0"/>
              <a:t>("font-size", 16)</a:t>
            </a:r>
          </a:p>
          <a:p>
            <a:r>
              <a:rPr lang="en-GB" dirty="0"/>
              <a:t>  .text("Systolic Pressure")</a:t>
            </a: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30595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8C4E0F9-9897-DAE2-5928-10C52FE32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702126"/>
            <a:ext cx="10513747" cy="34531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45AA02-726F-D3BB-8466-1BFD69D61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Working with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A66CE-67F1-B188-43AB-63D64A775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89FEC-40E2-985D-FC3A-26B94B92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34446-FE3A-CA8A-B55A-62D670F6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32</a:t>
            </a:fld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56154A1-635D-3F86-E791-A60F6C306E50}"/>
                  </a:ext>
                </a:extLst>
              </p14:cNvPr>
              <p14:cNvContentPartPr/>
              <p14:nvPr/>
            </p14:nvContentPartPr>
            <p14:xfrm>
              <a:off x="9633600" y="1902960"/>
              <a:ext cx="1830240" cy="2288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56154A1-635D-3F86-E791-A60F6C306E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24240" y="1893600"/>
                <a:ext cx="1848960" cy="23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8181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F1C8-66B5-116D-B3FD-ECD03271A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Finding: Types of data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1FF08-87C2-37AA-8C7C-9EB5AD98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1FC4C0-77E5-BD1C-20F1-F71E5F306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383FA-D34F-FCA9-9F33-29676274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33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3584EE-2B9E-B53B-CAAB-E5DED4EA8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5" y="1561806"/>
            <a:ext cx="6697010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0089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00D4-DF89-3BBE-1B4C-C8C73B40E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Loading: Data formats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D198503-82AF-2F6C-5D7E-D8A2EAF72B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8076871"/>
              </p:ext>
            </p:extLst>
          </p:nvPr>
        </p:nvGraphicFramePr>
        <p:xfrm>
          <a:off x="838200" y="1825625"/>
          <a:ext cx="10515600" cy="368808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2190750">
                  <a:extLst>
                    <a:ext uri="{9D8B030D-6E8A-4147-A177-3AD203B41FA5}">
                      <a16:colId xmlns:a16="http://schemas.microsoft.com/office/drawing/2014/main" val="2026011705"/>
                    </a:ext>
                  </a:extLst>
                </a:gridCol>
                <a:gridCol w="3067050">
                  <a:extLst>
                    <a:ext uri="{9D8B030D-6E8A-4147-A177-3AD203B41FA5}">
                      <a16:colId xmlns:a16="http://schemas.microsoft.com/office/drawing/2014/main" val="3601237805"/>
                    </a:ext>
                  </a:extLst>
                </a:gridCol>
                <a:gridCol w="3133725">
                  <a:extLst>
                    <a:ext uri="{9D8B030D-6E8A-4147-A177-3AD203B41FA5}">
                      <a16:colId xmlns:a16="http://schemas.microsoft.com/office/drawing/2014/main" val="4124912624"/>
                    </a:ext>
                  </a:extLst>
                </a:gridCol>
                <a:gridCol w="2124075">
                  <a:extLst>
                    <a:ext uri="{9D8B030D-6E8A-4147-A177-3AD203B41FA5}">
                      <a16:colId xmlns:a16="http://schemas.microsoft.com/office/drawing/2014/main" val="3452157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d3-fetch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5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Comma-separated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88, 144, 819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d3.csv()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029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Tab-separated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88   144  819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d3.tsv()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794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Delimiter-separated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88; 144; 819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d3.dsv()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5411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JavaScript Object 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{ "d": 88, "s": 144, "c": 819 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d3.json()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479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d3.text()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50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Extendible Markup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&lt;data&gt;</a:t>
                      </a:r>
                      <a:br>
                        <a:rPr lang="en-GB" dirty="0"/>
                      </a:br>
                      <a:r>
                        <a:rPr lang="en-GB" dirty="0"/>
                        <a:t>  &lt;d&gt;88&lt;/d&gt;</a:t>
                      </a:r>
                      <a:br>
                        <a:rPr lang="en-GB" dirty="0"/>
                      </a:br>
                      <a:r>
                        <a:rPr lang="en-GB" dirty="0"/>
                        <a:t>  &lt;s&gt;144&lt;/s&gt;</a:t>
                      </a:r>
                    </a:p>
                    <a:p>
                      <a:r>
                        <a:rPr lang="en-GB" dirty="0"/>
                        <a:t>  &lt;c&gt;819&lt;/c&gt;</a:t>
                      </a:r>
                    </a:p>
                    <a:p>
                      <a:r>
                        <a:rPr lang="en-GB" dirty="0"/>
                        <a:t>&lt;/data&gt;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d3.xml()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8680387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8AF69-05CA-E7F8-B3A7-3936B258F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C9827-9866-10AE-6EC7-EED4ADCF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00EA5-CAC8-458D-7F26-61175DBC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34</a:t>
            </a:fld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E6DBC6A-7CBE-913D-FDEC-4807B115B852}"/>
                  </a:ext>
                </a:extLst>
              </p14:cNvPr>
              <p14:cNvContentPartPr/>
              <p14:nvPr/>
            </p14:nvContentPartPr>
            <p14:xfrm>
              <a:off x="6392160" y="554400"/>
              <a:ext cx="2967840" cy="974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E6DBC6A-7CBE-913D-FDEC-4807B115B8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82800" y="545040"/>
                <a:ext cx="2986560" cy="99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0650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EAC6-227F-F74E-D541-6A5D333D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D553-15FB-7C89-7909-A971A9F54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Loading: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873CE8-49BE-B0B1-1E1A-EB8DA8BC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8B430-B6EC-F7B0-BAC1-76C3D3789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69CC08-9980-4E3D-CB65-0DA76025B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35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D44825F-7A28-891B-556A-E86ADE2B03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data = await d3.json("./data/</a:t>
            </a:r>
            <a:r>
              <a:rPr lang="en-GB" dirty="0" err="1"/>
              <a:t>bp.json</a:t>
            </a:r>
            <a:r>
              <a:rPr lang="en-GB" dirty="0"/>
              <a:t>")</a:t>
            </a:r>
          </a:p>
          <a:p>
            <a:br>
              <a:rPr lang="en-GB" dirty="0"/>
            </a:br>
            <a:endParaRPr lang="en-GB" dirty="0"/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5081E4-36AF-DF0A-8784-23AEDFB9CA67}"/>
                  </a:ext>
                </a:extLst>
              </p14:cNvPr>
              <p14:cNvContentPartPr/>
              <p14:nvPr/>
            </p14:nvContentPartPr>
            <p14:xfrm>
              <a:off x="3456000" y="2196720"/>
              <a:ext cx="3603240" cy="1607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5081E4-36AF-DF0A-8784-23AEDFB9CA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46640" y="2187360"/>
                <a:ext cx="3621960" cy="16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9646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B11FEFB-C9E5-9EA4-D2DB-B7BE4C762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Formatting (d3-format)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7C961F1-3DD6-2101-1163-9E31DF37D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Normal data formatting</a:t>
            </a:r>
          </a:p>
          <a:p>
            <a:pPr lvl="1"/>
            <a:r>
              <a:rPr lang="en-GB" dirty="0"/>
              <a:t>Formatting dates</a:t>
            </a:r>
          </a:p>
          <a:p>
            <a:pPr lvl="1"/>
            <a:r>
              <a:rPr lang="en-GB" dirty="0"/>
              <a:t>Rounding</a:t>
            </a:r>
          </a:p>
          <a:p>
            <a:pPr lvl="1"/>
            <a:r>
              <a:rPr lang="en-GB" dirty="0"/>
              <a:t>String formatting</a:t>
            </a:r>
          </a:p>
          <a:p>
            <a:pPr lvl="1"/>
            <a:r>
              <a:rPr lang="en-GB" dirty="0"/>
              <a:t>String parsing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ABE4B2-4DDE-8AD0-5C78-4BD7BB5E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E5F16-E89E-3875-02E9-F10763A7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61D92-6EB8-2029-B7EE-94B27F0F7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07737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C2D1-40B6-0749-1E51-C7F1B4229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Formatting: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D5763-B92B-F929-F71A-DA4B66400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E6E89C-5C33-7168-7F77-2CAD34E39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0E892A-BFA3-7F57-D97F-CBC166CE1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ED7D1E-96A7-F265-65FA-808C2F6C9F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function format(data) {</a:t>
            </a:r>
          </a:p>
          <a:p>
            <a:r>
              <a:rPr lang="en-GB" dirty="0"/>
              <a:t>   …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d3.json(`data/${</a:t>
            </a:r>
            <a:r>
              <a:rPr lang="en-GB" dirty="0" err="1"/>
              <a:t>fileNameJSON</a:t>
            </a:r>
            <a:r>
              <a:rPr lang="en-GB" dirty="0"/>
              <a:t>}`).then(</a:t>
            </a:r>
            <a:r>
              <a:rPr lang="en-GB" dirty="0" err="1"/>
              <a:t>rawData</a:t>
            </a:r>
            <a:r>
              <a:rPr lang="en-GB" dirty="0"/>
              <a:t> =&gt; {</a:t>
            </a:r>
          </a:p>
          <a:p>
            <a:r>
              <a:rPr lang="en-GB" dirty="0"/>
              <a:t>    </a:t>
            </a:r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formattedData</a:t>
            </a:r>
            <a:r>
              <a:rPr lang="en-GB" dirty="0"/>
              <a:t> = </a:t>
            </a:r>
            <a:r>
              <a:rPr lang="en-GB" dirty="0" err="1"/>
              <a:t>rawData.map</a:t>
            </a:r>
            <a:r>
              <a:rPr lang="en-GB" dirty="0"/>
              <a:t>(format)</a:t>
            </a:r>
          </a:p>
          <a:p>
            <a:r>
              <a:rPr lang="en-GB" dirty="0"/>
              <a:t>    return </a:t>
            </a:r>
            <a:r>
              <a:rPr lang="en-GB" dirty="0" err="1"/>
              <a:t>formattedData</a:t>
            </a:r>
            <a:endParaRPr lang="en-GB" dirty="0"/>
          </a:p>
          <a:p>
            <a:r>
              <a:rPr lang="en-GB" dirty="0"/>
              <a:t>})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657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443B-F78F-A3A2-EF75-C233DE446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CB4B3D0-9D83-47C6-2ED8-BBD575D08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Getting an overview</a:t>
            </a:r>
          </a:p>
          <a:p>
            <a:r>
              <a:rPr lang="en-GB" dirty="0"/>
              <a:t>Needed to understand the boundaries</a:t>
            </a:r>
          </a:p>
          <a:p>
            <a:r>
              <a:rPr lang="en-GB" dirty="0"/>
              <a:t>Important for the scaling step</a:t>
            </a:r>
          </a:p>
          <a:p>
            <a:r>
              <a:rPr lang="en-GB" dirty="0"/>
              <a:t>Measure</a:t>
            </a:r>
          </a:p>
          <a:p>
            <a:pPr lvl="1"/>
            <a:r>
              <a:rPr lang="en-GB" dirty="0"/>
              <a:t>Number of elements</a:t>
            </a:r>
          </a:p>
          <a:p>
            <a:pPr lvl="1"/>
            <a:r>
              <a:rPr lang="en-GB" dirty="0"/>
              <a:t>Min</a:t>
            </a:r>
          </a:p>
          <a:p>
            <a:pPr lvl="1"/>
            <a:r>
              <a:rPr lang="en-GB" dirty="0"/>
              <a:t>Max</a:t>
            </a:r>
          </a:p>
          <a:p>
            <a:pPr lvl="1"/>
            <a:r>
              <a:rPr lang="en-GB" dirty="0"/>
              <a:t>Inspecting the data is also measuring</a:t>
            </a:r>
          </a:p>
          <a:p>
            <a:r>
              <a:rPr lang="en-GB" dirty="0"/>
              <a:t>Group elements and measure the data in the groups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9FA852-9988-8AAB-686A-052E48C7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3E36B5-D2D6-5677-2E66-7A17B6BDB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AEF73F-3566-47A1-6802-57DD3C69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38</a:t>
            </a:fld>
            <a:endParaRPr lang="en-GB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6B05F9-882D-0ABB-836F-94C521B9BF21}"/>
                  </a:ext>
                </a:extLst>
              </p14:cNvPr>
              <p14:cNvContentPartPr/>
              <p14:nvPr/>
            </p14:nvContentPartPr>
            <p14:xfrm>
              <a:off x="2928240" y="4085640"/>
              <a:ext cx="1990080" cy="6397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6B05F9-882D-0ABB-836F-94C521B9BF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8880" y="4076280"/>
                <a:ext cx="2008800" cy="65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16627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6EF3A-587C-A209-E1FB-B2415DE5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Measuring: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A7C4E-1A8A-CA26-394E-02C1E0049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9528F8-4461-709F-F765-B9F8CC31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43C3B7-7824-5903-FD50-D76CAF4B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39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8A5F69C-93E7-C76D-21BF-973798D347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const</a:t>
            </a:r>
            <a:r>
              <a:rPr lang="en-GB" dirty="0"/>
              <a:t> groups = d3.groups(d =&gt; </a:t>
            </a:r>
            <a:r>
              <a:rPr lang="en-GB" dirty="0" err="1"/>
              <a:t>d.day</a:t>
            </a:r>
            <a:r>
              <a:rPr lang="en-GB" dirty="0"/>
              <a:t>)</a:t>
            </a:r>
          </a:p>
          <a:p>
            <a:r>
              <a:rPr lang="en-GB" dirty="0"/>
              <a:t>for([day, data] of groups) {</a:t>
            </a:r>
          </a:p>
          <a:p>
            <a:r>
              <a:rPr lang="en-GB" dirty="0"/>
              <a:t>  console.log(day)</a:t>
            </a:r>
          </a:p>
          <a:p>
            <a:r>
              <a:rPr lang="en-GB" dirty="0"/>
              <a:t>  console.log(d3.count(data))</a:t>
            </a:r>
          </a:p>
          <a:p>
            <a:r>
              <a:rPr lang="en-GB" dirty="0"/>
              <a:t>  console.log(d3.min(data, d =&gt; </a:t>
            </a:r>
            <a:r>
              <a:rPr lang="en-GB" dirty="0" err="1"/>
              <a:t>d.diastolic</a:t>
            </a:r>
            <a:r>
              <a:rPr lang="en-GB" dirty="0"/>
              <a:t>))</a:t>
            </a:r>
          </a:p>
          <a:p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38488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3371D-1B4E-8053-B5D8-B9BF9C99A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B4AB-0F8D-4EA4-9066-4481D624A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Scaling is a mapping from data to displayed values</a:t>
            </a:r>
          </a:p>
          <a:p>
            <a:pPr lvl="1"/>
            <a:r>
              <a:rPr lang="en-GB" dirty="0"/>
              <a:t>positions</a:t>
            </a:r>
          </a:p>
          <a:p>
            <a:pPr lvl="1"/>
            <a:r>
              <a:rPr lang="en-GB" dirty="0"/>
              <a:t>colours</a:t>
            </a:r>
          </a:p>
          <a:p>
            <a:pPr lvl="1"/>
            <a:r>
              <a:rPr lang="en-GB" dirty="0"/>
              <a:t>texts</a:t>
            </a:r>
          </a:p>
          <a:p>
            <a:pPr lvl="1"/>
            <a:r>
              <a:rPr lang="en-GB" dirty="0"/>
              <a:t>…</a:t>
            </a:r>
          </a:p>
          <a:p>
            <a:r>
              <a:rPr lang="en-GB" dirty="0"/>
              <a:t>It is used to display values consistently</a:t>
            </a:r>
          </a:p>
          <a:p>
            <a:r>
              <a:rPr lang="en-GB" dirty="0"/>
              <a:t>It is mandatory for making things like axis on a scatterplot, and so 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F6FCD-90D1-4AD4-7675-A9123AC34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E46C9-6523-730D-D99D-F099872D6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AB18C-DA4B-8D8E-FE52-EB0A04E50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0260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B796-62BD-FA2C-7FE8-84D222191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Scaling: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4F0B4-E103-F440-F79C-614DA0D3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8A8296-34C3-A0AE-1A1F-DC97254CF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8E0277-6127-436F-479C-20399338C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41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41E4F6-DE94-C42F-5615-552A650881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systolicScale</a:t>
            </a:r>
            <a:r>
              <a:rPr lang="en-GB" dirty="0"/>
              <a:t> = d3.scaleLinear()</a:t>
            </a:r>
          </a:p>
          <a:p>
            <a:r>
              <a:rPr lang="en-GB" dirty="0"/>
              <a:t>  .domain([90, 160])</a:t>
            </a:r>
          </a:p>
          <a:p>
            <a:r>
              <a:rPr lang="en-GB" dirty="0"/>
              <a:t>  .range([100, 660])</a:t>
            </a:r>
          </a:p>
          <a:p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diastolicScale</a:t>
            </a:r>
            <a:r>
              <a:rPr lang="en-GB" dirty="0"/>
              <a:t> = d3.scaleLinear()</a:t>
            </a:r>
          </a:p>
          <a:p>
            <a:r>
              <a:rPr lang="en-GB" dirty="0"/>
              <a:t>  .domain([60, 110])</a:t>
            </a:r>
          </a:p>
          <a:p>
            <a:r>
              <a:rPr lang="en-GB" dirty="0"/>
              <a:t>  .range([500, 100])</a:t>
            </a:r>
          </a:p>
          <a:p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colorScale</a:t>
            </a:r>
            <a:r>
              <a:rPr lang="en-GB" dirty="0"/>
              <a:t> = d3.scaleLinear()</a:t>
            </a:r>
          </a:p>
          <a:p>
            <a:r>
              <a:rPr lang="en-GB" dirty="0"/>
              <a:t>  .domain([0, 3])</a:t>
            </a:r>
          </a:p>
          <a:p>
            <a:r>
              <a:rPr lang="en-GB" dirty="0"/>
              <a:t>  .range(["white", "</a:t>
            </a:r>
            <a:r>
              <a:rPr lang="en-GB" dirty="0" err="1"/>
              <a:t>lightgray</a:t>
            </a:r>
            <a:r>
              <a:rPr lang="en-GB" dirty="0"/>
              <a:t>", "</a:t>
            </a:r>
            <a:r>
              <a:rPr lang="en-GB" dirty="0" err="1"/>
              <a:t>darkgray</a:t>
            </a:r>
            <a:r>
              <a:rPr lang="en-GB" dirty="0"/>
              <a:t>", "</a:t>
            </a:r>
            <a:r>
              <a:rPr lang="en-GB" dirty="0" err="1"/>
              <a:t>gray</a:t>
            </a:r>
            <a:r>
              <a:rPr lang="en-GB" dirty="0"/>
              <a:t>"])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CBE8FE-51A8-C8E7-148C-AB31F2424B90}"/>
                  </a:ext>
                </a:extLst>
              </p14:cNvPr>
              <p14:cNvContentPartPr/>
              <p14:nvPr/>
            </p14:nvContentPartPr>
            <p14:xfrm>
              <a:off x="3177360" y="725040"/>
              <a:ext cx="8011080" cy="5650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CBE8FE-51A8-C8E7-148C-AB31F2424B9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68000" y="715680"/>
                <a:ext cx="8029800" cy="566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9751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A964-F2D2-5667-406D-32D805C9F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Scaling: Axis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6C9DA-7AD7-EB45-C97C-D4A4346D0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B477B8-90EA-5F2F-3F35-2BF6D7BC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FDD8C-CC31-96CF-9171-73AF589C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42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545AC48-E1D5-51CA-4375-53919B8C47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svg.append</a:t>
            </a:r>
            <a:r>
              <a:rPr lang="en-GB" dirty="0"/>
              <a:t>("g")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("id", "horizontal-axis")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("transform", "translate(0, 500)")</a:t>
            </a:r>
          </a:p>
          <a:p>
            <a:r>
              <a:rPr lang="en-GB" dirty="0"/>
              <a:t>  .call(</a:t>
            </a:r>
          </a:p>
          <a:p>
            <a:r>
              <a:rPr lang="en-GB" dirty="0"/>
              <a:t>    d3.axisBottom(</a:t>
            </a:r>
            <a:r>
              <a:rPr lang="en-GB" dirty="0" err="1"/>
              <a:t>systolicScale</a:t>
            </a:r>
            <a:r>
              <a:rPr lang="en-GB" dirty="0"/>
              <a:t>)</a:t>
            </a:r>
          </a:p>
          <a:p>
            <a:r>
              <a:rPr lang="en-GB" dirty="0"/>
              <a:t>      .</a:t>
            </a:r>
            <a:r>
              <a:rPr lang="en-GB" dirty="0" err="1"/>
              <a:t>tickSizeOuter</a:t>
            </a:r>
            <a:r>
              <a:rPr lang="en-GB" dirty="0"/>
              <a:t>(0)</a:t>
            </a:r>
          </a:p>
          <a:p>
            <a:r>
              <a:rPr lang="en-GB" dirty="0"/>
              <a:t>      .</a:t>
            </a:r>
            <a:r>
              <a:rPr lang="en-GB" dirty="0" err="1"/>
              <a:t>tickValues</a:t>
            </a:r>
            <a:r>
              <a:rPr lang="en-GB" dirty="0"/>
              <a:t>([100, 110, 120, 130, 140, 150]))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A7D221D-9D52-75D6-3FB8-00F3C606B1BE}"/>
                  </a:ext>
                </a:extLst>
              </p14:cNvPr>
              <p14:cNvContentPartPr/>
              <p14:nvPr/>
            </p14:nvContentPartPr>
            <p14:xfrm>
              <a:off x="3871440" y="1581840"/>
              <a:ext cx="6981840" cy="3007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A7D221D-9D52-75D6-3FB8-00F3C606B1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62080" y="1572480"/>
                <a:ext cx="7000560" cy="302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16269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DEB7D-D276-9106-F545-185B87CF1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Scaling: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B6A1B-0856-0B0D-E86F-B11971D74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5CFBE1-167E-F0DC-9429-F66A97E6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5EB5D-04EC-208F-4E5B-257D49D3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43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015509-512E-59CA-5D7A-7768564A79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 err="1"/>
              <a:t>svg.append</a:t>
            </a:r>
            <a:r>
              <a:rPr lang="en-GB" dirty="0"/>
              <a:t>("circle")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("cx", </a:t>
            </a:r>
            <a:r>
              <a:rPr lang="en-GB" dirty="0" err="1"/>
              <a:t>systolicScale</a:t>
            </a:r>
            <a:r>
              <a:rPr lang="en-GB" dirty="0"/>
              <a:t>(</a:t>
            </a:r>
            <a:r>
              <a:rPr lang="en-GB" dirty="0" err="1"/>
              <a:t>d.systolic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("cy", </a:t>
            </a:r>
            <a:r>
              <a:rPr lang="en-GB" dirty="0" err="1"/>
              <a:t>diastolicScale</a:t>
            </a:r>
            <a:r>
              <a:rPr lang="en-GB" dirty="0"/>
              <a:t>(</a:t>
            </a:r>
            <a:r>
              <a:rPr lang="en-GB" dirty="0" err="1"/>
              <a:t>d.diastolic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("r", </a:t>
            </a:r>
            <a:r>
              <a:rPr lang="en-GB" dirty="0" err="1"/>
              <a:t>countScale</a:t>
            </a:r>
            <a:r>
              <a:rPr lang="en-GB" dirty="0"/>
              <a:t>(</a:t>
            </a:r>
            <a:r>
              <a:rPr lang="en-GB" dirty="0" err="1"/>
              <a:t>d.count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("fill", </a:t>
            </a:r>
            <a:r>
              <a:rPr lang="en-GB" dirty="0" err="1"/>
              <a:t>colorScale</a:t>
            </a:r>
            <a:r>
              <a:rPr lang="en-GB" dirty="0"/>
              <a:t>(</a:t>
            </a:r>
            <a:r>
              <a:rPr lang="en-GB" dirty="0" err="1"/>
              <a:t>d.day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("stroke", "black")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("stroke-width", 2)</a:t>
            </a: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295CB52-3D9B-A627-1942-AF56B252511F}"/>
                  </a:ext>
                </a:extLst>
              </p14:cNvPr>
              <p14:cNvContentPartPr/>
              <p14:nvPr/>
            </p14:nvContentPartPr>
            <p14:xfrm>
              <a:off x="3652200" y="1005840"/>
              <a:ext cx="7295760" cy="2023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295CB52-3D9B-A627-1942-AF56B25251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42840" y="996480"/>
                <a:ext cx="7314480" cy="204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855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B3D26-02E5-F565-9D1A-94D11784A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Marks and Channels in D3.js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3F61A-CAF2-FA05-3E3F-A035FE33C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Marks</a:t>
            </a:r>
          </a:p>
          <a:p>
            <a:pPr lvl="1"/>
            <a:r>
              <a:rPr lang="en-GB" dirty="0"/>
              <a:t>In visualization: points, lines (incl. curves), areas, (volumes)</a:t>
            </a:r>
          </a:p>
          <a:p>
            <a:pPr lvl="1"/>
            <a:r>
              <a:rPr lang="en-GB" dirty="0"/>
              <a:t>In D3.js: SVG elements (circle, line, </a:t>
            </a:r>
            <a:r>
              <a:rPr lang="en-GB" dirty="0" err="1"/>
              <a:t>rect</a:t>
            </a:r>
            <a:r>
              <a:rPr lang="en-GB" dirty="0"/>
              <a:t>, …)</a:t>
            </a:r>
          </a:p>
          <a:p>
            <a:r>
              <a:rPr lang="en-GB" dirty="0"/>
              <a:t>Channels</a:t>
            </a:r>
          </a:p>
          <a:p>
            <a:pPr lvl="1"/>
            <a:r>
              <a:rPr lang="en-GB" dirty="0"/>
              <a:t>In visualization: positions on scales, lengths, areas, tilt, colour, shape</a:t>
            </a:r>
          </a:p>
          <a:p>
            <a:pPr lvl="1"/>
            <a:r>
              <a:rPr lang="en-GB" dirty="0"/>
              <a:t>In D3.js: Scale + SVG element attribute</a:t>
            </a:r>
          </a:p>
          <a:p>
            <a:r>
              <a:rPr lang="en-GB" dirty="0"/>
              <a:t>Exceptions exist (e.g. shape)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0710D-E61A-9D0A-565B-EEB3B209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4913FF-EF07-6D17-5052-504FA59C4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C1D8E-5ABB-8B19-6B12-B70877AF1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3337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3D613-F9D8-28BD-5D8F-D6F7CBA7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309C5-7139-7A12-6092-29F5764EC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7F2A2-96D2-AFCD-5280-0D6AC750A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5669C-9FED-B320-B225-0E56025C6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9889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32BF-C91E-32A6-B4E1-497DC08F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D6BE4-15F7-46EC-F8FF-82B2064D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Making D3.js reactive to the data</a:t>
            </a:r>
          </a:p>
          <a:p>
            <a:r>
              <a:rPr lang="en-GB" dirty="0"/>
              <a:t>Procedure:</a:t>
            </a:r>
          </a:p>
          <a:p>
            <a:pPr lvl="1"/>
            <a:r>
              <a:rPr lang="en-GB" dirty="0"/>
              <a:t>Select some elements</a:t>
            </a:r>
          </a:p>
          <a:p>
            <a:pPr lvl="1"/>
            <a:r>
              <a:rPr lang="en-GB" dirty="0"/>
              <a:t>Define the data</a:t>
            </a:r>
          </a:p>
          <a:p>
            <a:pPr lvl="1"/>
            <a:r>
              <a:rPr lang="en-GB" dirty="0"/>
              <a:t>Join with the data - updates the elements to fit the data</a:t>
            </a:r>
          </a:p>
          <a:p>
            <a:pPr lvl="1"/>
            <a:r>
              <a:rPr lang="en-GB" dirty="0"/>
              <a:t>Format the new (and old) elements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366E5-B141-4185-D69F-AD1D1EE4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31/08/2026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5270C-2465-249B-38FC-0E1A575F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CD61E-1F83-E1CF-3646-3AA7F003F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0530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FD4A3-2B50-8C84-E383-6B948D5D8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Binding: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778D12-A0D6-538E-3A3B-0116683CE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ECEEE-60A1-1A5E-7D99-1688A70A2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34CE7-AC94-20E3-DBEA-70B603B08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E60E16-0DCA-F879-4451-0C61737A56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GB" dirty="0" err="1"/>
              <a:t>svg.selectAll</a:t>
            </a:r>
            <a:r>
              <a:rPr lang="en-GB" dirty="0"/>
              <a:t>("circle")</a:t>
            </a:r>
          </a:p>
          <a:p>
            <a:r>
              <a:rPr lang="en-GB" dirty="0"/>
              <a:t>  .data(data)</a:t>
            </a:r>
          </a:p>
          <a:p>
            <a:r>
              <a:rPr lang="en-GB" dirty="0"/>
              <a:t>  .join("circle")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("cx", d =&gt; </a:t>
            </a:r>
            <a:r>
              <a:rPr lang="en-GB" dirty="0" err="1"/>
              <a:t>systolicScale</a:t>
            </a:r>
            <a:r>
              <a:rPr lang="en-GB" dirty="0"/>
              <a:t>(</a:t>
            </a:r>
            <a:r>
              <a:rPr lang="en-GB" dirty="0" err="1"/>
              <a:t>d.systolic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("cy", d =&gt; </a:t>
            </a:r>
            <a:r>
              <a:rPr lang="en-GB" dirty="0" err="1"/>
              <a:t>diastolicScale</a:t>
            </a:r>
            <a:r>
              <a:rPr lang="en-GB" dirty="0"/>
              <a:t>(</a:t>
            </a:r>
            <a:r>
              <a:rPr lang="en-GB" dirty="0" err="1"/>
              <a:t>d.diastolic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("r", d =&gt; </a:t>
            </a:r>
            <a:r>
              <a:rPr lang="en-GB" dirty="0" err="1"/>
              <a:t>countScale</a:t>
            </a:r>
            <a:r>
              <a:rPr lang="en-GB" dirty="0"/>
              <a:t>(</a:t>
            </a:r>
            <a:r>
              <a:rPr lang="en-GB" dirty="0" err="1"/>
              <a:t>d.count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("fill", d =&gt; </a:t>
            </a:r>
            <a:r>
              <a:rPr lang="en-GB" dirty="0" err="1"/>
              <a:t>colorScale</a:t>
            </a:r>
            <a:r>
              <a:rPr lang="en-GB" dirty="0"/>
              <a:t>(</a:t>
            </a:r>
            <a:r>
              <a:rPr lang="en-GB" dirty="0" err="1"/>
              <a:t>d.day</a:t>
            </a:r>
            <a:r>
              <a:rPr lang="en-GB" dirty="0"/>
              <a:t>))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("stroke", "black")</a:t>
            </a:r>
          </a:p>
          <a:p>
            <a:r>
              <a:rPr lang="en-GB" dirty="0"/>
              <a:t>  .</a:t>
            </a:r>
            <a:r>
              <a:rPr lang="en-GB" dirty="0" err="1"/>
              <a:t>attr</a:t>
            </a:r>
            <a:r>
              <a:rPr lang="en-GB" dirty="0"/>
              <a:t>("stroke-width", 2)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48672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3B97-6959-52D0-6B87-04F53969F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 </a:t>
            </a:r>
            <a:r>
              <a:rPr lang="en-GB"/>
              <a:t>and exercises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7B839E-E07B-8D93-FB00-B82D5BFA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1C97FE-D1A0-4415-8424-9D0DD0C9B6F2}" type="datetime1">
              <a:rPr lang="en-GB" smtClean="0"/>
              <a:t>31/08/2026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8DE50B-4F3E-736F-A56E-8BF7E7627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B931C1-6994-F235-D8FD-9F11F631F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769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919</TotalTime>
  <Words>2153</Words>
  <Application>Microsoft Office PowerPoint</Application>
  <PresentationFormat>Widescreen</PresentationFormat>
  <Paragraphs>462</Paragraphs>
  <Slides>48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Calibri Light</vt:lpstr>
      <vt:lpstr>Consolas</vt:lpstr>
      <vt:lpstr>Office Theme</vt:lpstr>
      <vt:lpstr>VIZ1, Session 1</vt:lpstr>
      <vt:lpstr>Ole Ildsgaard Hougaard</vt:lpstr>
      <vt:lpstr>Agenda</vt:lpstr>
      <vt:lpstr>Agenda</vt:lpstr>
      <vt:lpstr>VIZ1</vt:lpstr>
      <vt:lpstr>The formalities</vt:lpstr>
      <vt:lpstr>Generative AI</vt:lpstr>
      <vt:lpstr>Agenda</vt:lpstr>
      <vt:lpstr>The what, the why, and the how (Munzner)</vt:lpstr>
      <vt:lpstr>The what, the why, and the how (Munzner)</vt:lpstr>
      <vt:lpstr>Marks and Channels</vt:lpstr>
      <vt:lpstr>Example: Blood pressure of hospital patients by day (reconstructed)</vt:lpstr>
      <vt:lpstr>Example continued: Number of patients</vt:lpstr>
      <vt:lpstr>Example continued: Filtering only overnight patients</vt:lpstr>
      <vt:lpstr>Example continued: 4 channels</vt:lpstr>
      <vt:lpstr>Agenda</vt:lpstr>
      <vt:lpstr>Scalable Vector Graphics (SVG)</vt:lpstr>
      <vt:lpstr>Scalable Vector Graphics (SVG)</vt:lpstr>
      <vt:lpstr>Example</vt:lpstr>
      <vt:lpstr>The &lt;svg&gt; element</vt:lpstr>
      <vt:lpstr>Grouping</vt:lpstr>
      <vt:lpstr>Cubic Bezier Curves</vt:lpstr>
      <vt:lpstr>Control points (1)</vt:lpstr>
      <vt:lpstr>Control points (2)</vt:lpstr>
      <vt:lpstr>Control points (3)</vt:lpstr>
      <vt:lpstr>My Intuition</vt:lpstr>
      <vt:lpstr>Demo</vt:lpstr>
      <vt:lpstr>Break and exercise</vt:lpstr>
      <vt:lpstr>Agenda</vt:lpstr>
      <vt:lpstr>D3.js</vt:lpstr>
      <vt:lpstr>Example (Fluent interface/method chaining/pipelining)</vt:lpstr>
      <vt:lpstr>Working with data</vt:lpstr>
      <vt:lpstr>Finding: Types of data</vt:lpstr>
      <vt:lpstr>Loading: Data formats</vt:lpstr>
      <vt:lpstr>Loading: Example</vt:lpstr>
      <vt:lpstr>Formatting (d3-format)</vt:lpstr>
      <vt:lpstr>Formatting: Example</vt:lpstr>
      <vt:lpstr>Measuring</vt:lpstr>
      <vt:lpstr>Measuring: Example</vt:lpstr>
      <vt:lpstr>Scaling</vt:lpstr>
      <vt:lpstr>Scaling: Example</vt:lpstr>
      <vt:lpstr>Scaling: Axis example</vt:lpstr>
      <vt:lpstr>Scaling: </vt:lpstr>
      <vt:lpstr>Marks and Channels in D3.js</vt:lpstr>
      <vt:lpstr>Demo</vt:lpstr>
      <vt:lpstr>Binding</vt:lpstr>
      <vt:lpstr>Binding: Example</vt:lpstr>
      <vt:lpstr>Demo and exercises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49</cp:revision>
  <dcterms:created xsi:type="dcterms:W3CDTF">2024-10-25T06:39:40Z</dcterms:created>
  <dcterms:modified xsi:type="dcterms:W3CDTF">2026-08-31T09:45:28Z</dcterms:modified>
</cp:coreProperties>
</file>