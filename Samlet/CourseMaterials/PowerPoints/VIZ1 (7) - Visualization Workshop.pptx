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8" r:id="rId3"/>
    <p:sldId id="271" r:id="rId4"/>
    <p:sldId id="272" r:id="rId5"/>
    <p:sldId id="273" r:id="rId6"/>
    <p:sldId id="274" r:id="rId7"/>
    <p:sldId id="275" r:id="rId8"/>
    <p:sldId id="276" r:id="rId9"/>
    <p:sldId id="277" r:id="rId10"/>
  </p:sldIdLst>
  <p:sldSz cx="12192000" cy="6858000"/>
  <p:notesSz cx="6858000" cy="9144000"/>
  <p:defaultTextStyle>
    <a:defPPr>
      <a:defRPr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236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049173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A0BE78-136C-4EB0-82F8-6F89320A54EA}" type="datetimeFigureOut">
              <a:rPr lang="en-US"/>
              <a:t>10/25/2026</a:t>
            </a:fld>
            <a:endParaRPr/>
          </a:p>
        </p:txBody>
      </p:sp>
      <p:sp>
        <p:nvSpPr>
          <p:cNvPr id="1686487674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8775658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049111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438821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5A648-1CE8-47C1-8D94-DC119F73BB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84527B-780D-FBD0-37D3-F44CB21E4C2C}" type="slidenum">
              <a:rPr/>
              <a:t>1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69739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2719744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21092667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73392FD-379A-43EF-B521-645325000CC0}" type="datetime1">
              <a:rPr lang="en-GB"/>
              <a:t>25/10/2026</a:t>
            </a:fld>
            <a:endParaRPr/>
          </a:p>
        </p:txBody>
      </p:sp>
      <p:sp>
        <p:nvSpPr>
          <p:cNvPr id="11904388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60055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3398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7785082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19750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8183B9-126C-4932-94BE-502505D2BD01}" type="datetime1">
              <a:rPr lang="en-GB"/>
              <a:t>25/10/2026</a:t>
            </a:fld>
            <a:endParaRPr/>
          </a:p>
        </p:txBody>
      </p:sp>
      <p:sp>
        <p:nvSpPr>
          <p:cNvPr id="11258737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8792912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295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08808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1C97FE-D1A0-4415-8424-9D0DD0C9B6F2}" type="datetime1">
              <a:rPr lang="en-GB"/>
              <a:t>25/10/2026</a:t>
            </a:fld>
            <a:endParaRPr/>
          </a:p>
        </p:txBody>
      </p:sp>
      <p:sp>
        <p:nvSpPr>
          <p:cNvPr id="11821953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2057425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877231443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8200" y="1836739"/>
            <a:ext cx="10515600" cy="437356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ide-by-side co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720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476199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36E4093-7D3B-46F0-B134-FA1D41D0750C}" type="datetime1">
              <a:rPr lang="en-GB"/>
              <a:t>25/10/2026</a:t>
            </a:fld>
            <a:endParaRPr/>
          </a:p>
        </p:txBody>
      </p:sp>
      <p:sp>
        <p:nvSpPr>
          <p:cNvPr id="8794912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41002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603657387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8200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43127892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201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 explana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720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476199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36E4093-7D3B-46F0-B134-FA1D41D0750C}" type="datetime1">
              <a:rPr lang="en-GB"/>
              <a:t>25/10/2026</a:t>
            </a:fld>
            <a:endParaRPr/>
          </a:p>
        </p:txBody>
      </p:sp>
      <p:sp>
        <p:nvSpPr>
          <p:cNvPr id="8794912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41002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643127892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201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B4443D8-DF7D-DB0C-08BF-EB5FF74238E0}"/>
              </a:ext>
            </a:extLst>
          </p:cNvPr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261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 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5878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391762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8317215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9508994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1935D3F-7175-495B-9EBA-23EFABDFFDE4}" type="datetime1">
              <a:rPr lang="en-GB"/>
              <a:t>25/10/2026</a:t>
            </a:fld>
            <a:endParaRPr/>
          </a:p>
        </p:txBody>
      </p:sp>
      <p:sp>
        <p:nvSpPr>
          <p:cNvPr id="151859484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5032113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777220082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7408" y="2516066"/>
            <a:ext cx="5157788" cy="3728671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9785085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993" y="2516066"/>
            <a:ext cx="5181601" cy="3728671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39427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849125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7386532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640DE-560F-49EC-947F-96B0BAAE894C}" type="datetime1">
              <a:rPr lang="en-GB"/>
              <a:t>25/10/2026</a:t>
            </a:fld>
            <a:endParaRPr/>
          </a:p>
        </p:txBody>
      </p:sp>
      <p:sp>
        <p:nvSpPr>
          <p:cNvPr id="530824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9559667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3866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5069585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93721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995971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7FFBE2-17ED-4487-A6AD-53E5CC708D51}" type="datetime1">
              <a:rPr lang="en-GB"/>
              <a:t>25/10/2026</a:t>
            </a:fld>
            <a:endParaRPr/>
          </a:p>
        </p:txBody>
      </p:sp>
      <p:sp>
        <p:nvSpPr>
          <p:cNvPr id="473479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9088097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73750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551380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004576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1041337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9153070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5441696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8F46DC4-28AD-4138-B93F-56B62008EDF1}" type="datetime1">
              <a:rPr lang="en-GB"/>
              <a:t>25/10/2026</a:t>
            </a:fld>
            <a:endParaRPr/>
          </a:p>
        </p:txBody>
      </p:sp>
      <p:sp>
        <p:nvSpPr>
          <p:cNvPr id="120378695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54769400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5572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2420004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2637B48-7300-4AA3-A318-3DF410CB4F23}" type="datetime1">
              <a:rPr lang="en-GB"/>
              <a:t>25/10/2026</a:t>
            </a:fld>
            <a:endParaRPr/>
          </a:p>
        </p:txBody>
      </p:sp>
      <p:sp>
        <p:nvSpPr>
          <p:cNvPr id="128963932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47665451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12171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8DB52B6-2546-43FF-B3EF-41EE09B1A28D}" type="datetime1">
              <a:rPr lang="en-GB"/>
              <a:t>25/10/2026</a:t>
            </a:fld>
            <a:endParaRPr/>
          </a:p>
        </p:txBody>
      </p:sp>
      <p:sp>
        <p:nvSpPr>
          <p:cNvPr id="189065817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85665317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6126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2885701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9969068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70357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8BA3DE-D664-485B-A670-4F9846D9F00F}" type="datetime1">
              <a:rPr lang="en-GB"/>
              <a:t>25/10/2026</a:t>
            </a:fld>
            <a:endParaRPr/>
          </a:p>
        </p:txBody>
      </p:sp>
      <p:sp>
        <p:nvSpPr>
          <p:cNvPr id="17186908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4401420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0929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0336388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1329418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069921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C998E3B-E64A-4693-A308-7951ECA79B15}" type="datetime1">
              <a:rPr lang="en-GB"/>
              <a:t>25/10/2026</a:t>
            </a:fld>
            <a:endParaRPr/>
          </a:p>
        </p:txBody>
      </p:sp>
      <p:sp>
        <p:nvSpPr>
          <p:cNvPr id="7050684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9490285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9604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0223391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9833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6B53B-F8BB-43CD-B391-40C014116A36}" type="datetime1">
              <a:rPr lang="en-GB"/>
              <a:t>25/10/2026</a:t>
            </a:fld>
            <a:endParaRPr/>
          </a:p>
        </p:txBody>
      </p:sp>
      <p:sp>
        <p:nvSpPr>
          <p:cNvPr id="20855341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653528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84758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3119804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63814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1118B8D-3A7E-4793-8999-657BC3EF6574}" type="datetime1">
              <a:rPr lang="en-GB"/>
              <a:t>25/10/2026</a:t>
            </a:fld>
            <a:endParaRPr/>
          </a:p>
        </p:txBody>
      </p:sp>
      <p:sp>
        <p:nvSpPr>
          <p:cNvPr id="7789150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7056103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51847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239724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4215078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DA4C8AB-6B00-48F2-89BC-5CCAE9514F64}" type="datetime1">
              <a:rPr lang="en-GB"/>
              <a:t>25/10/2026</a:t>
            </a:fld>
            <a:endParaRPr/>
          </a:p>
        </p:txBody>
      </p:sp>
      <p:sp>
        <p:nvSpPr>
          <p:cNvPr id="135324865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14797638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3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/>
  <p:txStyles>
    <p:titleStyle>
      <a:lvl1pPr algn="l" defTabSz="914400" rtl="0" eaLnBrk="1" hangingPunct="1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hangingPunct="1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17334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VIZ1, Session 7</a:t>
            </a:r>
            <a:endParaRPr dirty="0"/>
          </a:p>
        </p:txBody>
      </p:sp>
      <p:sp>
        <p:nvSpPr>
          <p:cNvPr id="45609925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Visualization Workshop</a:t>
            </a:r>
            <a:endParaRPr dirty="0"/>
          </a:p>
        </p:txBody>
      </p:sp>
      <p:sp>
        <p:nvSpPr>
          <p:cNvPr id="26026019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A1FCB8-642A-4A5E-B6E8-4571E484A705}" type="datetime1">
              <a:rPr lang="en-GB"/>
              <a:t>25/10/2026</a:t>
            </a:fld>
            <a:endParaRPr dirty="0"/>
          </a:p>
        </p:txBody>
      </p:sp>
      <p:sp>
        <p:nvSpPr>
          <p:cNvPr id="7305148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 dirty="0"/>
              <a:t>Ole I Hougaard, oih@via.dk</a:t>
            </a:r>
            <a:endParaRPr dirty="0"/>
          </a:p>
        </p:txBody>
      </p:sp>
      <p:sp>
        <p:nvSpPr>
          <p:cNvPr id="44235731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1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EFEDB-2230-E3DB-6974-0CCEB139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Data Exploration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B1384-B7EC-1F07-2A70-568606028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Use</a:t>
            </a:r>
            <a:r>
              <a:rPr lang="da-DK" dirty="0"/>
              <a:t> the boyband dataset.</a:t>
            </a:r>
          </a:p>
          <a:p>
            <a:r>
              <a:rPr lang="da-DK" dirty="0" err="1"/>
              <a:t>Explore</a:t>
            </a:r>
            <a:r>
              <a:rPr lang="da-DK" dirty="0"/>
              <a:t> the data, find </a:t>
            </a:r>
          </a:p>
          <a:p>
            <a:pPr lvl="1"/>
            <a:r>
              <a:rPr lang="da-DK" dirty="0"/>
              <a:t>The dataset type</a:t>
            </a:r>
          </a:p>
          <a:p>
            <a:pPr lvl="1"/>
            <a:r>
              <a:rPr lang="da-DK" dirty="0"/>
              <a:t>The data types</a:t>
            </a:r>
          </a:p>
          <a:p>
            <a:pPr lvl="1"/>
            <a:r>
              <a:rPr lang="da-DK" dirty="0"/>
              <a:t>(If </a:t>
            </a:r>
            <a:r>
              <a:rPr lang="da-DK" dirty="0" err="1"/>
              <a:t>applicable</a:t>
            </a:r>
            <a:r>
              <a:rPr lang="da-DK" dirty="0"/>
              <a:t>) The </a:t>
            </a:r>
            <a:r>
              <a:rPr lang="da-DK" dirty="0" err="1"/>
              <a:t>attribute</a:t>
            </a:r>
            <a:r>
              <a:rPr lang="da-DK" dirty="0"/>
              <a:t> types (</a:t>
            </a:r>
            <a:r>
              <a:rPr lang="da-DK" dirty="0" err="1"/>
              <a:t>Including</a:t>
            </a:r>
            <a:r>
              <a:rPr lang="da-DK" dirty="0"/>
              <a:t> </a:t>
            </a:r>
            <a:r>
              <a:rPr lang="da-DK" dirty="0" err="1"/>
              <a:t>keys</a:t>
            </a:r>
            <a:r>
              <a:rPr lang="da-DK" dirty="0"/>
              <a:t> and </a:t>
            </a:r>
            <a:r>
              <a:rPr lang="da-DK" dirty="0" err="1"/>
              <a:t>values</a:t>
            </a:r>
            <a:r>
              <a:rPr lang="da-DK" dirty="0"/>
              <a:t>)</a:t>
            </a:r>
          </a:p>
          <a:p>
            <a:pPr lvl="1"/>
            <a:r>
              <a:rPr lang="da-DK" dirty="0"/>
              <a:t>(If </a:t>
            </a:r>
            <a:r>
              <a:rPr lang="da-DK" dirty="0" err="1"/>
              <a:t>applicable</a:t>
            </a:r>
            <a:r>
              <a:rPr lang="da-DK" dirty="0"/>
              <a:t>) </a:t>
            </a:r>
            <a:r>
              <a:rPr lang="da-DK" dirty="0" err="1"/>
              <a:t>Ordering</a:t>
            </a:r>
            <a:r>
              <a:rPr lang="da-DK" dirty="0"/>
              <a:t> </a:t>
            </a:r>
            <a:r>
              <a:rPr lang="da-DK" dirty="0" err="1"/>
              <a:t>directions</a:t>
            </a:r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6C444-B23A-BA01-24DD-7A34457E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98740-C0F8-0E5D-DFE9-6DCAE24F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66250-C957-9801-BD4B-DFC69C93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6704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AD839D-5E74-FE28-224B-06F2C893E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Generate Questions</a:t>
            </a:r>
            <a:endParaRPr lang="LID4096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BD7C7D-6A28-6FB2-61A5-426547C867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Generate as many exploratory questions as you can</a:t>
            </a:r>
          </a:p>
          <a:p>
            <a:r>
              <a:rPr lang="en-GB" dirty="0"/>
              <a:t>At least 5 questions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9DF8E9-2DDD-5E82-0A85-84E07B80AF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Good keywords to lead to questions:</a:t>
            </a:r>
          </a:p>
          <a:p>
            <a:pPr lvl="1"/>
            <a:r>
              <a:rPr lang="da-DK" dirty="0" err="1"/>
              <a:t>Comparison</a:t>
            </a:r>
            <a:endParaRPr lang="da-DK" dirty="0"/>
          </a:p>
          <a:p>
            <a:pPr lvl="1"/>
            <a:r>
              <a:rPr lang="da-DK" dirty="0"/>
              <a:t>Distribution</a:t>
            </a:r>
          </a:p>
          <a:p>
            <a:pPr lvl="1"/>
            <a:r>
              <a:rPr lang="da-DK" dirty="0" err="1"/>
              <a:t>Composition</a:t>
            </a:r>
            <a:endParaRPr lang="da-DK" dirty="0"/>
          </a:p>
          <a:p>
            <a:pPr lvl="1"/>
            <a:r>
              <a:rPr lang="da-DK" dirty="0"/>
              <a:t>Trend</a:t>
            </a:r>
          </a:p>
          <a:p>
            <a:pPr lvl="1"/>
            <a:r>
              <a:rPr lang="da-DK" dirty="0" err="1"/>
              <a:t>Relationship</a:t>
            </a:r>
            <a:endParaRPr lang="da-DK" dirty="0"/>
          </a:p>
          <a:p>
            <a:pPr lvl="1"/>
            <a:r>
              <a:rPr lang="da-DK" dirty="0"/>
              <a:t>Ranking</a:t>
            </a:r>
          </a:p>
          <a:p>
            <a:pPr lvl="1"/>
            <a:r>
              <a:rPr lang="da-DK" dirty="0"/>
              <a:t>Change</a:t>
            </a:r>
          </a:p>
          <a:p>
            <a:pPr lvl="1"/>
            <a:r>
              <a:rPr lang="da-DK" dirty="0" err="1"/>
              <a:t>Outliers</a:t>
            </a:r>
            <a:endParaRPr lang="da-DK" dirty="0"/>
          </a:p>
          <a:p>
            <a:pPr lvl="1"/>
            <a:r>
              <a:rPr lang="da-DK" dirty="0"/>
              <a:t>Clusters</a:t>
            </a:r>
          </a:p>
          <a:p>
            <a:endParaRPr lang="LID4096" dirty="0"/>
          </a:p>
          <a:p>
            <a:endParaRPr lang="LID4096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B502-6945-3FF9-FBC1-A61A07F2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25/10/2026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91B2D-34E3-BD4D-6AB5-70BB4B35B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6EDF4-170E-D496-FD19-A7571B4E4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737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D2FA-3EA5-DE61-1B05-009DE0F3A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Define your Visualization Question</a:t>
            </a:r>
            <a:endParaRPr lang="da-D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CAB143-1E02-ADAD-197F-A6B33C090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Select one question</a:t>
            </a:r>
          </a:p>
          <a:p>
            <a:r>
              <a:rPr lang="en-GB" noProof="0" dirty="0"/>
              <a:t>Complete the sentences:</a:t>
            </a:r>
          </a:p>
          <a:p>
            <a:pPr lvl="1"/>
            <a:r>
              <a:rPr lang="en-GB" noProof="0" dirty="0"/>
              <a:t>My visualization investigates …</a:t>
            </a:r>
          </a:p>
          <a:p>
            <a:pPr lvl="1"/>
            <a:r>
              <a:rPr lang="en-GB" noProof="0" dirty="0"/>
              <a:t>It contains the variables …</a:t>
            </a:r>
          </a:p>
          <a:p>
            <a:pPr lvl="1"/>
            <a:r>
              <a:rPr lang="en-GB" noProof="0" dirty="0"/>
              <a:t>The reader should first notice …</a:t>
            </a:r>
          </a:p>
          <a:p>
            <a:pPr lvl="1"/>
            <a:r>
              <a:rPr lang="en-GB" noProof="0" dirty="0"/>
              <a:t>The reader should be able to explore …</a:t>
            </a:r>
          </a:p>
          <a:p>
            <a:endParaRPr lang="da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50F3C-D021-11CC-2A00-7F98F713D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25/10/2026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82DE0-68A1-E6CF-857F-F93062E3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1FE22-62CA-0C3E-B76D-EF71B8E87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32689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1AC09-E40C-5799-21D5-825A24C4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Visualization Ideas (1)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84549-8A0A-0790-66D0-9BA209123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Sketch three different visualization ideas</a:t>
            </a:r>
          </a:p>
          <a:p>
            <a:r>
              <a:rPr lang="en-GB" noProof="0" dirty="0"/>
              <a:t>Each sketch should include:</a:t>
            </a:r>
          </a:p>
          <a:p>
            <a:pPr lvl="1"/>
            <a:r>
              <a:rPr lang="en-GB" noProof="0" dirty="0"/>
              <a:t>Overall layout</a:t>
            </a:r>
          </a:p>
          <a:p>
            <a:pPr lvl="1"/>
            <a:r>
              <a:rPr lang="en-GB" noProof="0" dirty="0"/>
              <a:t>Title </a:t>
            </a:r>
          </a:p>
          <a:p>
            <a:pPr lvl="1"/>
            <a:r>
              <a:rPr lang="en-GB" noProof="0" dirty="0"/>
              <a:t>Marks</a:t>
            </a:r>
          </a:p>
          <a:p>
            <a:pPr lvl="1"/>
            <a:r>
              <a:rPr lang="en-GB" noProof="0" dirty="0"/>
              <a:t>Channels</a:t>
            </a:r>
          </a:p>
          <a:p>
            <a:pPr lvl="1"/>
            <a:r>
              <a:rPr lang="en-GB" dirty="0"/>
              <a:t>Radial geometry</a:t>
            </a:r>
            <a:endParaRPr lang="en-GB" noProof="0" dirty="0"/>
          </a:p>
          <a:p>
            <a:pPr lvl="1"/>
            <a:r>
              <a:rPr lang="en-GB" noProof="0" dirty="0"/>
              <a:t>Interaction</a:t>
            </a:r>
          </a:p>
          <a:p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6ADBE-3C02-1921-858D-FBE606E76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13E25-9E00-F260-A203-D83D219B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283A4-D719-D39F-E2AD-4B5C4C5F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35282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C1727-D15B-3E65-BC0A-CE1C78E76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Visualization Ideas (2): Marks and Channels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FA493-6BE0-413F-5958-31768CF7F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For each sketch, answer the following:</a:t>
            </a:r>
          </a:p>
          <a:p>
            <a:pPr lvl="1"/>
            <a:r>
              <a:rPr lang="en-GB" noProof="0" dirty="0"/>
              <a:t>What are the marks?</a:t>
            </a:r>
          </a:p>
          <a:p>
            <a:pPr lvl="1"/>
            <a:r>
              <a:rPr lang="en-GB" noProof="0" dirty="0"/>
              <a:t>What are the channels?</a:t>
            </a:r>
          </a:p>
          <a:p>
            <a:pPr lvl="2"/>
            <a:r>
              <a:rPr lang="en-GB" noProof="0" dirty="0"/>
              <a:t>What do they </a:t>
            </a:r>
            <a:r>
              <a:rPr lang="en-GB" noProof="0" dirty="0" err="1"/>
              <a:t>communicatie</a:t>
            </a:r>
            <a:r>
              <a:rPr lang="en-GB" noProof="0" dirty="0"/>
              <a:t>?</a:t>
            </a:r>
          </a:p>
          <a:p>
            <a:pPr lvl="2"/>
            <a:endParaRPr lang="en-GB" noProof="0" dirty="0"/>
          </a:p>
          <a:p>
            <a:r>
              <a:rPr lang="en-GB" noProof="0" dirty="0"/>
              <a:t>Then compare the three alternatives</a:t>
            </a:r>
          </a:p>
          <a:p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B8FC-5F45-F3A5-2A18-08FD79E70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512C6-392D-C1D3-9218-3808A4F53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42FB4-3992-7E5D-B676-50846BF1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79200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E2A7F-F033-8A9A-DDAA-8BFBEFE01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8EE37-ED60-DC3A-9B41-BCAEF8957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Visualization Ideas (3): Radial Geometry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8B65F-4712-CE12-A04F-C225846C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Include radial geometry in your sketches</a:t>
            </a:r>
          </a:p>
          <a:p>
            <a:r>
              <a:rPr lang="en-US" noProof="0" dirty="0"/>
              <a:t>Why is are angles appropriate?</a:t>
            </a:r>
          </a:p>
          <a:p>
            <a:pPr lvl="1"/>
            <a:r>
              <a:rPr lang="en-US" noProof="0" dirty="0"/>
              <a:t>Include your marks and channels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4B35C-31AC-32DA-05AD-833EA757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BF33F-4A9D-AFB8-AC8E-E0B4C1348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B739E-7FD2-5A24-BDBD-D887A83B0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41580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DA5C9-5921-A055-3300-7C874D6F7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95877-F1E9-2D03-0900-93A33883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Visualization Ideas (4): Interaction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C1B1-B3EF-9BE9-54C7-489483E04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Choose one or more interactions</a:t>
            </a:r>
          </a:p>
          <a:p>
            <a:r>
              <a:rPr lang="en-US" noProof="0" dirty="0"/>
              <a:t>Why do you want to include them in your visualization?</a:t>
            </a:r>
          </a:p>
          <a:p>
            <a:r>
              <a:rPr lang="en-US" noProof="0" dirty="0"/>
              <a:t>Sketch the expected interaction in a wireframe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CCB2A-9539-DC62-D9B6-864DC859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D6386-A810-1EDD-C2E2-33BA88D2A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FDC65-13DD-B17B-1801-FA945431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98171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47A96-9560-A5BD-3497-18B9AC48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Peer Feedback (11:20)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E9AF5-A370-97EF-447E-1D5DC9C13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Pitch your idea to another group</a:t>
            </a:r>
          </a:p>
          <a:p>
            <a:r>
              <a:rPr lang="en-GB" dirty="0"/>
              <a:t>Review:</a:t>
            </a:r>
          </a:p>
          <a:p>
            <a:pPr lvl="1"/>
            <a:r>
              <a:rPr lang="en-GB" dirty="0"/>
              <a:t>Is the visualization question clear?</a:t>
            </a:r>
          </a:p>
          <a:p>
            <a:pPr lvl="1"/>
            <a:r>
              <a:rPr lang="en-US" dirty="0"/>
              <a:t>Are the marks meaningful?</a:t>
            </a:r>
          </a:p>
          <a:p>
            <a:pPr lvl="1"/>
            <a:r>
              <a:rPr lang="en-US" dirty="0"/>
              <a:t>Are the channels effective</a:t>
            </a:r>
          </a:p>
          <a:p>
            <a:pPr lvl="1"/>
            <a:r>
              <a:rPr lang="en-US" dirty="0"/>
              <a:t>How does the arc layout communicate?</a:t>
            </a:r>
          </a:p>
          <a:p>
            <a:pPr lvl="1"/>
            <a:r>
              <a:rPr lang="en-US" dirty="0"/>
              <a:t>Is the interaction helpful?</a:t>
            </a:r>
          </a:p>
          <a:p>
            <a:pPr lvl="1"/>
            <a:r>
              <a:rPr lang="en-US" dirty="0"/>
              <a:t>What else should be improved?</a:t>
            </a:r>
          </a:p>
          <a:p>
            <a:pPr lvl="1"/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EF83B-38D5-FADB-77D4-46C5CECC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35E9B-AB11-920B-53B9-4AEE2B37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49104-97B5-C428-BF94-9C25F19F4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33038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IH.potx" id="{B1C050D2-457E-4331-99AF-8A814FAF0A1D}" vid="{C5388104-6551-4CE6-8B29-5F2B17820F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OIH</Template>
  <TotalTime>23</TotalTime>
  <Words>369</Words>
  <Application>Microsoft Office PowerPoint</Application>
  <PresentationFormat>Widescreen</PresentationFormat>
  <Paragraphs>90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Office Theme</vt:lpstr>
      <vt:lpstr>VIZ1, Session 7</vt:lpstr>
      <vt:lpstr>Data Exploration</vt:lpstr>
      <vt:lpstr>Generate Questions</vt:lpstr>
      <vt:lpstr>Define your Visualization Question</vt:lpstr>
      <vt:lpstr>Create Visualization Ideas (1)</vt:lpstr>
      <vt:lpstr>Create Visualization Ideas (2): Marks and Channels</vt:lpstr>
      <vt:lpstr>Create Visualization Ideas (3): Radial Geometry</vt:lpstr>
      <vt:lpstr>Create Visualization Ideas (4): Interaction</vt:lpstr>
      <vt:lpstr>Peer Feedback (11:20)</vt:lpstr>
    </vt:vector>
  </TitlesOfParts>
  <Company>VIA University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 Ildsgaard Hougaard (OIH) | VIA</dc:creator>
  <cp:lastModifiedBy>Ole Ildsgaard Hougaard (OIH) | VIA</cp:lastModifiedBy>
  <cp:revision>5</cp:revision>
  <dcterms:created xsi:type="dcterms:W3CDTF">2026-10-25T17:19:24Z</dcterms:created>
  <dcterms:modified xsi:type="dcterms:W3CDTF">2026-10-25T17:42:37Z</dcterms:modified>
</cp:coreProperties>
</file>